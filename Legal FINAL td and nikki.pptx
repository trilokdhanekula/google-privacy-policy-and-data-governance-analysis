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4"/>
  </p:notesMasterIdLst>
  <p:sldIdLst>
    <p:sldId id="291" r:id="rId2"/>
    <p:sldId id="257" r:id="rId3"/>
    <p:sldId id="305" r:id="rId4"/>
    <p:sldId id="306" r:id="rId5"/>
    <p:sldId id="293" r:id="rId6"/>
    <p:sldId id="263" r:id="rId7"/>
    <p:sldId id="308" r:id="rId8"/>
    <p:sldId id="294" r:id="rId9"/>
    <p:sldId id="299" r:id="rId10"/>
    <p:sldId id="300" r:id="rId11"/>
    <p:sldId id="296" r:id="rId12"/>
    <p:sldId id="310" r:id="rId13"/>
    <p:sldId id="264" r:id="rId14"/>
    <p:sldId id="266" r:id="rId15"/>
    <p:sldId id="312" r:id="rId16"/>
    <p:sldId id="301" r:id="rId17"/>
    <p:sldId id="265" r:id="rId18"/>
    <p:sldId id="313" r:id="rId19"/>
    <p:sldId id="267" r:id="rId20"/>
    <p:sldId id="268" r:id="rId21"/>
    <p:sldId id="302" r:id="rId22"/>
    <p:sldId id="269" r:id="rId23"/>
  </p:sldIdLst>
  <p:sldSz cx="9144000" cy="5143500" type="screen16x9"/>
  <p:notesSz cx="6858000" cy="9144000"/>
  <p:embeddedFontLst>
    <p:embeddedFont>
      <p:font typeface="Arial Black" panose="020B0A04020102020204" pitchFamily="34" charset="0"/>
      <p:bold r:id="rId25"/>
    </p:embeddedFont>
    <p:embeddedFont>
      <p:font typeface="Be Vietnam Pro" panose="020B0604020202020204" charset="0"/>
      <p:regular r:id="rId26"/>
      <p:bold r:id="rId27"/>
      <p:italic r:id="rId28"/>
      <p:boldItalic r:id="rId29"/>
    </p:embeddedFont>
    <p:embeddedFont>
      <p:font typeface="Manrope Medium" panose="020B0604020202020204" charset="0"/>
      <p:regular r:id="rId30"/>
      <p:bold r:id="rId31"/>
    </p:embeddedFont>
    <p:embeddedFont>
      <p:font typeface="McLaren" panose="020B0604020202020204" charset="0"/>
      <p:regular r:id="rId32"/>
    </p:embeddedFont>
    <p:embeddedFont>
      <p:font typeface="Nunito Light"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96FD"/>
    <a:srgbClr val="5F5FF5"/>
    <a:srgbClr val="EA4335"/>
    <a:srgbClr val="4286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6090D9-54A8-47D0-B776-6C1158028C27}">
  <a:tblStyle styleId="{A36090D9-54A8-47D0-B776-6C1158028C2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57079"/>
  </p:normalViewPr>
  <p:slideViewPr>
    <p:cSldViewPr snapToGrid="0">
      <p:cViewPr>
        <p:scale>
          <a:sx n="82" d="100"/>
          <a:sy n="82" d="100"/>
        </p:scale>
        <p:origin x="917"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5CBDE-568C-4434-AD14-225C7F66D752}" type="doc">
      <dgm:prSet loTypeId="urn:microsoft.com/office/officeart/2005/8/layout/hList2" loCatId="picture" qsTypeId="urn:microsoft.com/office/officeart/2005/8/quickstyle/simple4" qsCatId="simple" csTypeId="urn:microsoft.com/office/officeart/2005/8/colors/accent4_2" csCatId="accent4" phldr="1"/>
      <dgm:spPr/>
    </dgm:pt>
    <dgm:pt modelId="{0752FEB3-CD38-4730-85C6-3EFEA87FEAEA}">
      <dgm:prSet phldrT="[Text]" custT="1"/>
      <dgm:spPr/>
      <dgm:t>
        <a:bodyPr/>
        <a:lstStyle/>
        <a:p>
          <a:r>
            <a:rPr lang="en-US" sz="1050" dirty="0"/>
            <a:t>User-Provided Data</a:t>
          </a:r>
        </a:p>
      </dgm:t>
    </dgm:pt>
    <dgm:pt modelId="{5B558FF4-E1CD-4335-88D9-72FE84109768}" type="parTrans" cxnId="{0CF3DADD-90FD-48CF-B0EA-58C477FBD27A}">
      <dgm:prSet/>
      <dgm:spPr/>
      <dgm:t>
        <a:bodyPr/>
        <a:lstStyle/>
        <a:p>
          <a:endParaRPr lang="en-US"/>
        </a:p>
      </dgm:t>
    </dgm:pt>
    <dgm:pt modelId="{F91A757B-5C9D-4C94-B7B2-ED66D7B7C2F6}" type="sibTrans" cxnId="{0CF3DADD-90FD-48CF-B0EA-58C477FBD27A}">
      <dgm:prSet/>
      <dgm:spPr/>
      <dgm:t>
        <a:bodyPr/>
        <a:lstStyle/>
        <a:p>
          <a:endParaRPr lang="en-US"/>
        </a:p>
      </dgm:t>
    </dgm:pt>
    <dgm:pt modelId="{42DCB190-254F-4DCF-9E0F-1B105187D0A9}">
      <dgm:prSet phldrT="[Text]" custT="1"/>
      <dgm:spPr/>
      <dgm:t>
        <a:bodyPr/>
        <a:lstStyle/>
        <a:p>
          <a:r>
            <a:rPr lang="en-US" sz="1050" dirty="0"/>
            <a:t>Information from your devices</a:t>
          </a:r>
        </a:p>
      </dgm:t>
    </dgm:pt>
    <dgm:pt modelId="{CC154A6F-93B9-4772-9429-0654793F88F4}" type="parTrans" cxnId="{851BEF50-FF15-4F58-9E61-5CBDD975884D}">
      <dgm:prSet/>
      <dgm:spPr/>
      <dgm:t>
        <a:bodyPr/>
        <a:lstStyle/>
        <a:p>
          <a:endParaRPr lang="en-US"/>
        </a:p>
      </dgm:t>
    </dgm:pt>
    <dgm:pt modelId="{A3D4F856-74C9-4B93-9D98-8B16092E4D36}" type="sibTrans" cxnId="{851BEF50-FF15-4F58-9E61-5CBDD975884D}">
      <dgm:prSet/>
      <dgm:spPr/>
      <dgm:t>
        <a:bodyPr/>
        <a:lstStyle/>
        <a:p>
          <a:endParaRPr lang="en-US"/>
        </a:p>
      </dgm:t>
    </dgm:pt>
    <dgm:pt modelId="{A2F9C5EE-B4A8-4385-980B-BC7B19A5F1A1}">
      <dgm:prSet phldrT="[Text]" custT="1"/>
      <dgm:spPr/>
      <dgm:t>
        <a:bodyPr/>
        <a:lstStyle/>
        <a:p>
          <a:r>
            <a:rPr lang="en-US" sz="1050" dirty="0"/>
            <a:t>Information from Partners and Public resources</a:t>
          </a:r>
        </a:p>
      </dgm:t>
    </dgm:pt>
    <dgm:pt modelId="{DC077884-BA13-4EEB-920B-FDAF92A38181}" type="parTrans" cxnId="{02FC807B-52A0-48D9-A3B5-F224B00E85A3}">
      <dgm:prSet/>
      <dgm:spPr/>
      <dgm:t>
        <a:bodyPr/>
        <a:lstStyle/>
        <a:p>
          <a:endParaRPr lang="en-US"/>
        </a:p>
      </dgm:t>
    </dgm:pt>
    <dgm:pt modelId="{255A59BB-B7AB-4FE0-8E4A-3B9A31455162}" type="sibTrans" cxnId="{02FC807B-52A0-48D9-A3B5-F224B00E85A3}">
      <dgm:prSet/>
      <dgm:spPr/>
      <dgm:t>
        <a:bodyPr/>
        <a:lstStyle/>
        <a:p>
          <a:endParaRPr lang="en-US"/>
        </a:p>
      </dgm:t>
    </dgm:pt>
    <dgm:pt modelId="{AA3E8161-2AFE-4C6F-B8B3-BA64B814D8CB}">
      <dgm:prSet phldrT="[Text]" custT="1"/>
      <dgm:spPr/>
      <dgm:t>
        <a:bodyPr/>
        <a:lstStyle/>
        <a:p>
          <a:r>
            <a:rPr lang="en-US" sz="1050" dirty="0"/>
            <a:t>Information from your activity</a:t>
          </a:r>
        </a:p>
      </dgm:t>
    </dgm:pt>
    <dgm:pt modelId="{5D757B34-5D8D-4ED7-AB2A-59A5AF8D7C12}" type="parTrans" cxnId="{A054C7AE-7BD0-44CE-9A1C-5F76769543B0}">
      <dgm:prSet/>
      <dgm:spPr/>
      <dgm:t>
        <a:bodyPr/>
        <a:lstStyle/>
        <a:p>
          <a:endParaRPr lang="en-US"/>
        </a:p>
      </dgm:t>
    </dgm:pt>
    <dgm:pt modelId="{E20EDA0E-A4AB-4D89-ACFB-C2A0CD32F3CA}" type="sibTrans" cxnId="{A054C7AE-7BD0-44CE-9A1C-5F76769543B0}">
      <dgm:prSet/>
      <dgm:spPr/>
      <dgm:t>
        <a:bodyPr/>
        <a:lstStyle/>
        <a:p>
          <a:endParaRPr lang="en-US"/>
        </a:p>
      </dgm:t>
    </dgm:pt>
    <dgm:pt modelId="{8DD7EDF2-C611-4055-BECA-5A23AE1134B4}">
      <dgm:prSet custT="1"/>
      <dgm:spPr>
        <a:solidFill>
          <a:schemeClr val="tx2">
            <a:lumMod val="20000"/>
            <a:lumOff val="80000"/>
          </a:schemeClr>
        </a:solidFill>
      </dgm:spPr>
      <dgm:t>
        <a:bodyPr/>
        <a:lstStyle/>
        <a:p>
          <a:pPr>
            <a:buFont typeface="Arial" panose="020B0604020202020204" pitchFamily="34" charset="0"/>
            <a:buChar char="•"/>
          </a:pPr>
          <a:r>
            <a:rPr lang="en-US" sz="1050" dirty="0">
              <a:solidFill>
                <a:schemeClr val="tx1"/>
              </a:solidFill>
            </a:rPr>
            <a:t>Personal details entered when creating a Google Account (name, password, etc.)</a:t>
          </a:r>
        </a:p>
      </dgm:t>
    </dgm:pt>
    <dgm:pt modelId="{12ACB1A1-7872-4A14-AE27-BC1DBE05F103}" type="parTrans" cxnId="{930F822B-FE1B-4394-A3E2-70185A371B23}">
      <dgm:prSet/>
      <dgm:spPr/>
      <dgm:t>
        <a:bodyPr/>
        <a:lstStyle/>
        <a:p>
          <a:endParaRPr lang="en-US"/>
        </a:p>
      </dgm:t>
    </dgm:pt>
    <dgm:pt modelId="{90FF75AD-EE5F-4FEB-8FD6-5B1D34B6F71D}" type="sibTrans" cxnId="{930F822B-FE1B-4394-A3E2-70185A371B23}">
      <dgm:prSet/>
      <dgm:spPr/>
      <dgm:t>
        <a:bodyPr/>
        <a:lstStyle/>
        <a:p>
          <a:endParaRPr lang="en-US"/>
        </a:p>
      </dgm:t>
    </dgm:pt>
    <dgm:pt modelId="{0E481765-D0F3-48CE-B1E0-4E436E428A50}">
      <dgm:prSet custT="1"/>
      <dgm:spPr>
        <a:solidFill>
          <a:schemeClr val="tx2">
            <a:lumMod val="20000"/>
            <a:lumOff val="80000"/>
          </a:schemeClr>
        </a:solidFill>
      </dgm:spPr>
      <dgm:t>
        <a:bodyPr/>
        <a:lstStyle/>
        <a:p>
          <a:r>
            <a:rPr lang="en-US" sz="1050" dirty="0">
              <a:solidFill>
                <a:schemeClr val="tx1"/>
              </a:solidFill>
            </a:rPr>
            <a:t>Optional additions like phone numbers or payment information</a:t>
          </a:r>
        </a:p>
      </dgm:t>
    </dgm:pt>
    <dgm:pt modelId="{4B356468-6507-4D5C-97A0-152D91BC2EE2}" type="parTrans" cxnId="{E47FF59F-9046-44D6-8579-A9113D70782A}">
      <dgm:prSet/>
      <dgm:spPr/>
      <dgm:t>
        <a:bodyPr/>
        <a:lstStyle/>
        <a:p>
          <a:endParaRPr lang="en-US"/>
        </a:p>
      </dgm:t>
    </dgm:pt>
    <dgm:pt modelId="{38A77FB5-B8C1-4D69-AB2A-BF5DEBCC64BF}" type="sibTrans" cxnId="{E47FF59F-9046-44D6-8579-A9113D70782A}">
      <dgm:prSet/>
      <dgm:spPr/>
      <dgm:t>
        <a:bodyPr/>
        <a:lstStyle/>
        <a:p>
          <a:endParaRPr lang="en-US"/>
        </a:p>
      </dgm:t>
    </dgm:pt>
    <dgm:pt modelId="{D7A193BA-BB04-4C78-ABD6-A1176C9C7022}">
      <dgm:prSet custT="1"/>
      <dgm:spPr>
        <a:solidFill>
          <a:schemeClr val="tx2">
            <a:lumMod val="20000"/>
            <a:lumOff val="80000"/>
          </a:schemeClr>
        </a:solidFill>
      </dgm:spPr>
      <dgm:t>
        <a:bodyPr/>
        <a:lstStyle/>
        <a:p>
          <a:r>
            <a:rPr lang="en-US" sz="1050" dirty="0">
              <a:solidFill>
                <a:schemeClr val="tx1"/>
              </a:solidFill>
            </a:rPr>
            <a:t>Content you create, upload or receive via Google services (emails, documents, photos/videos)</a:t>
          </a:r>
        </a:p>
      </dgm:t>
    </dgm:pt>
    <dgm:pt modelId="{9910A245-B819-4ED7-84F8-25F674CA806B}" type="parTrans" cxnId="{A2BE06B0-EC86-4666-987A-30A6AD63CF49}">
      <dgm:prSet/>
      <dgm:spPr/>
      <dgm:t>
        <a:bodyPr/>
        <a:lstStyle/>
        <a:p>
          <a:endParaRPr lang="en-US"/>
        </a:p>
      </dgm:t>
    </dgm:pt>
    <dgm:pt modelId="{5AE94394-43AA-4D83-BA15-DEC835F45CAA}" type="sibTrans" cxnId="{A2BE06B0-EC86-4666-987A-30A6AD63CF49}">
      <dgm:prSet/>
      <dgm:spPr/>
      <dgm:t>
        <a:bodyPr/>
        <a:lstStyle/>
        <a:p>
          <a:endParaRPr lang="en-US"/>
        </a:p>
      </dgm:t>
    </dgm:pt>
    <dgm:pt modelId="{905D94E3-E88D-4769-8A6F-6DE80B2A7178}">
      <dgm:prSet custT="1"/>
      <dgm:spPr>
        <a:solidFill>
          <a:schemeClr val="tx2">
            <a:lumMod val="20000"/>
            <a:lumOff val="80000"/>
          </a:schemeClr>
        </a:solidFill>
      </dgm:spPr>
      <dgm:t>
        <a:bodyPr/>
        <a:lstStyle/>
        <a:p>
          <a:pPr>
            <a:buFont typeface="Arial" panose="020B0604020202020204" pitchFamily="34" charset="0"/>
            <a:buNone/>
          </a:pPr>
          <a:endParaRPr lang="en-US" sz="1050" dirty="0">
            <a:solidFill>
              <a:schemeClr val="tx1"/>
            </a:solidFill>
          </a:endParaRPr>
        </a:p>
      </dgm:t>
    </dgm:pt>
    <dgm:pt modelId="{B5081B5B-0903-4E5E-85D2-2441BE3DD9BD}" type="parTrans" cxnId="{B6096987-A29C-4001-A0AE-C28A10B5892C}">
      <dgm:prSet/>
      <dgm:spPr/>
      <dgm:t>
        <a:bodyPr/>
        <a:lstStyle/>
        <a:p>
          <a:endParaRPr lang="en-US"/>
        </a:p>
      </dgm:t>
    </dgm:pt>
    <dgm:pt modelId="{72A19FE2-9663-4E51-8FCE-1FBE5E3AB6D4}" type="sibTrans" cxnId="{B6096987-A29C-4001-A0AE-C28A10B5892C}">
      <dgm:prSet/>
      <dgm:spPr/>
      <dgm:t>
        <a:bodyPr/>
        <a:lstStyle/>
        <a:p>
          <a:endParaRPr lang="en-US"/>
        </a:p>
      </dgm:t>
    </dgm:pt>
    <dgm:pt modelId="{9611D39F-C755-4020-AFF8-3F46D08B7129}">
      <dgm:prSet custT="1"/>
      <dgm:spPr>
        <a:solidFill>
          <a:schemeClr val="tx2">
            <a:lumMod val="20000"/>
            <a:lumOff val="80000"/>
          </a:schemeClr>
        </a:solidFill>
      </dgm:spPr>
      <dgm:t>
        <a:bodyPr/>
        <a:lstStyle/>
        <a:p>
          <a:endParaRPr lang="en-US" sz="1050" dirty="0">
            <a:solidFill>
              <a:schemeClr val="tx1"/>
            </a:solidFill>
          </a:endParaRPr>
        </a:p>
      </dgm:t>
    </dgm:pt>
    <dgm:pt modelId="{D80B326A-F392-4B7F-B5B7-132DC1BE22F5}" type="parTrans" cxnId="{1FEBF8E6-6CD8-41B6-84F5-AECBD056E442}">
      <dgm:prSet/>
      <dgm:spPr/>
      <dgm:t>
        <a:bodyPr/>
        <a:lstStyle/>
        <a:p>
          <a:endParaRPr lang="en-US"/>
        </a:p>
      </dgm:t>
    </dgm:pt>
    <dgm:pt modelId="{8F07249C-2B29-432A-A4B0-1D98446195BB}" type="sibTrans" cxnId="{1FEBF8E6-6CD8-41B6-84F5-AECBD056E442}">
      <dgm:prSet/>
      <dgm:spPr/>
      <dgm:t>
        <a:bodyPr/>
        <a:lstStyle/>
        <a:p>
          <a:endParaRPr lang="en-US"/>
        </a:p>
      </dgm:t>
    </dgm:pt>
    <dgm:pt modelId="{5D820CAB-1DDC-4C21-9E83-8196F6B2F317}">
      <dgm:prSet custT="1"/>
      <dgm:spPr>
        <a:solidFill>
          <a:schemeClr val="tx2">
            <a:lumMod val="20000"/>
            <a:lumOff val="80000"/>
          </a:schemeClr>
        </a:solidFill>
      </dgm:spPr>
      <dgm:t>
        <a:bodyPr/>
        <a:lstStyle/>
        <a:p>
          <a:pPr>
            <a:buFont typeface="Arial" panose="020B0604020202020204" pitchFamily="34" charset="0"/>
            <a:buChar char="•"/>
          </a:pPr>
          <a:r>
            <a:rPr lang="en-US" sz="1050" dirty="0">
              <a:solidFill>
                <a:schemeClr val="tx1"/>
              </a:solidFill>
            </a:rPr>
            <a:t>Search queries and interactions with search results/ads</a:t>
          </a:r>
        </a:p>
      </dgm:t>
    </dgm:pt>
    <dgm:pt modelId="{EC04A00F-0C9D-4CF3-B526-A52E035C72FD}" type="parTrans" cxnId="{214C6747-8B67-4D86-9384-B61269DBBF26}">
      <dgm:prSet/>
      <dgm:spPr/>
      <dgm:t>
        <a:bodyPr/>
        <a:lstStyle/>
        <a:p>
          <a:endParaRPr lang="en-US"/>
        </a:p>
      </dgm:t>
    </dgm:pt>
    <dgm:pt modelId="{9B2A1325-483F-4667-A4E8-967AD87B02A4}" type="sibTrans" cxnId="{214C6747-8B67-4D86-9384-B61269DBBF26}">
      <dgm:prSet/>
      <dgm:spPr/>
      <dgm:t>
        <a:bodyPr/>
        <a:lstStyle/>
        <a:p>
          <a:endParaRPr lang="en-US"/>
        </a:p>
      </dgm:t>
    </dgm:pt>
    <dgm:pt modelId="{0871DF27-FD95-4EF7-9AAB-343BDA905C41}">
      <dgm:prSet custT="1"/>
      <dgm:spPr>
        <a:solidFill>
          <a:schemeClr val="tx2">
            <a:lumMod val="20000"/>
            <a:lumOff val="80000"/>
          </a:schemeClr>
        </a:solidFill>
      </dgm:spPr>
      <dgm:t>
        <a:bodyPr/>
        <a:lstStyle/>
        <a:p>
          <a:r>
            <a:rPr lang="en-US" sz="1050" dirty="0">
              <a:solidFill>
                <a:schemeClr val="tx1"/>
              </a:solidFill>
            </a:rPr>
            <a:t>Communication data (emails, messaging, voice/video calls)</a:t>
          </a:r>
        </a:p>
      </dgm:t>
    </dgm:pt>
    <dgm:pt modelId="{B27DDAF8-FDBC-43BB-B4B4-B4F92CC31D2E}" type="parTrans" cxnId="{499852C5-ADE0-4AB9-8645-2BDC3974127D}">
      <dgm:prSet/>
      <dgm:spPr/>
      <dgm:t>
        <a:bodyPr/>
        <a:lstStyle/>
        <a:p>
          <a:endParaRPr lang="en-US"/>
        </a:p>
      </dgm:t>
    </dgm:pt>
    <dgm:pt modelId="{2E64F775-C4C0-4887-8CFE-83812C5DB8A6}" type="sibTrans" cxnId="{499852C5-ADE0-4AB9-8645-2BDC3974127D}">
      <dgm:prSet/>
      <dgm:spPr/>
      <dgm:t>
        <a:bodyPr/>
        <a:lstStyle/>
        <a:p>
          <a:endParaRPr lang="en-US"/>
        </a:p>
      </dgm:t>
    </dgm:pt>
    <dgm:pt modelId="{D3754EB8-94A1-4E27-B9DF-85CC6E232F0B}">
      <dgm:prSet custT="1"/>
      <dgm:spPr>
        <a:solidFill>
          <a:schemeClr val="tx2">
            <a:lumMod val="20000"/>
            <a:lumOff val="80000"/>
          </a:schemeClr>
        </a:solidFill>
      </dgm:spPr>
      <dgm:t>
        <a:bodyPr/>
        <a:lstStyle/>
        <a:p>
          <a:r>
            <a:rPr lang="en-US" sz="1050" dirty="0">
              <a:solidFill>
                <a:schemeClr val="tx1"/>
              </a:solidFill>
            </a:rPr>
            <a:t>Browsing history if synced with your Google Account</a:t>
          </a:r>
        </a:p>
      </dgm:t>
    </dgm:pt>
    <dgm:pt modelId="{63A75398-BC2D-4576-952F-BFA5F3E9D4BB}" type="parTrans" cxnId="{22E91475-4D2A-4486-AE3E-5ACECD56EA14}">
      <dgm:prSet/>
      <dgm:spPr/>
      <dgm:t>
        <a:bodyPr/>
        <a:lstStyle/>
        <a:p>
          <a:endParaRPr lang="en-US"/>
        </a:p>
      </dgm:t>
    </dgm:pt>
    <dgm:pt modelId="{5FB0340F-5801-4B4E-AE3B-C8324A57B940}" type="sibTrans" cxnId="{22E91475-4D2A-4486-AE3E-5ACECD56EA14}">
      <dgm:prSet/>
      <dgm:spPr/>
      <dgm:t>
        <a:bodyPr/>
        <a:lstStyle/>
        <a:p>
          <a:endParaRPr lang="en-US"/>
        </a:p>
      </dgm:t>
    </dgm:pt>
    <dgm:pt modelId="{AF702902-0E7F-4B96-8B51-716A83722665}">
      <dgm:prSet custT="1"/>
      <dgm:spPr>
        <a:solidFill>
          <a:schemeClr val="tx2">
            <a:lumMod val="20000"/>
            <a:lumOff val="80000"/>
          </a:schemeClr>
        </a:solidFill>
      </dgm:spPr>
      <dgm:t>
        <a:bodyPr/>
        <a:lstStyle/>
        <a:p>
          <a:r>
            <a:rPr lang="en-US" sz="1050" dirty="0">
              <a:solidFill>
                <a:schemeClr val="tx1"/>
              </a:solidFill>
            </a:rPr>
            <a:t>Interactions with Google apps, services and content</a:t>
          </a:r>
        </a:p>
      </dgm:t>
    </dgm:pt>
    <dgm:pt modelId="{EC1ECB25-9BD7-4AD2-8D6C-59EDF541086A}" type="parTrans" cxnId="{90F928D8-2003-47DA-887F-14E5D3014CD4}">
      <dgm:prSet/>
      <dgm:spPr/>
      <dgm:t>
        <a:bodyPr/>
        <a:lstStyle/>
        <a:p>
          <a:endParaRPr lang="en-US"/>
        </a:p>
      </dgm:t>
    </dgm:pt>
    <dgm:pt modelId="{056C0F1C-CFB6-44EF-BAF4-30263384F17A}" type="sibTrans" cxnId="{90F928D8-2003-47DA-887F-14E5D3014CD4}">
      <dgm:prSet/>
      <dgm:spPr/>
      <dgm:t>
        <a:bodyPr/>
        <a:lstStyle/>
        <a:p>
          <a:endParaRPr lang="en-US"/>
        </a:p>
      </dgm:t>
    </dgm:pt>
    <dgm:pt modelId="{66513468-99B9-4422-976C-CE4D52CCF0BB}">
      <dgm:prSet custT="1"/>
      <dgm:spPr>
        <a:solidFill>
          <a:schemeClr val="tx2">
            <a:lumMod val="20000"/>
            <a:lumOff val="80000"/>
          </a:schemeClr>
        </a:solidFill>
      </dgm:spPr>
      <dgm:t>
        <a:bodyPr/>
        <a:lstStyle/>
        <a:p>
          <a:pPr>
            <a:buFont typeface="Arial" panose="020B0604020202020204" pitchFamily="34" charset="0"/>
            <a:buChar char="•"/>
          </a:pPr>
          <a:endParaRPr lang="en-US" sz="1050" dirty="0">
            <a:solidFill>
              <a:schemeClr val="tx1"/>
            </a:solidFill>
          </a:endParaRPr>
        </a:p>
      </dgm:t>
    </dgm:pt>
    <dgm:pt modelId="{6BE5BC8E-FADE-4059-BEEE-D753D34BFF0F}" type="parTrans" cxnId="{6C567C68-7D2D-46B4-902D-DA5946DD852D}">
      <dgm:prSet/>
      <dgm:spPr/>
      <dgm:t>
        <a:bodyPr/>
        <a:lstStyle/>
        <a:p>
          <a:endParaRPr lang="en-US"/>
        </a:p>
      </dgm:t>
    </dgm:pt>
    <dgm:pt modelId="{D8C454E6-B2DA-4A7E-B588-6E2F0FEFFF0E}" type="sibTrans" cxnId="{6C567C68-7D2D-46B4-902D-DA5946DD852D}">
      <dgm:prSet/>
      <dgm:spPr/>
      <dgm:t>
        <a:bodyPr/>
        <a:lstStyle/>
        <a:p>
          <a:endParaRPr lang="en-US"/>
        </a:p>
      </dgm:t>
    </dgm:pt>
    <dgm:pt modelId="{C79BDDA0-93DF-47D6-B6BD-6269D28572E8}">
      <dgm:prSet custT="1"/>
      <dgm:spPr>
        <a:solidFill>
          <a:schemeClr val="tx2">
            <a:lumMod val="20000"/>
            <a:lumOff val="80000"/>
          </a:schemeClr>
        </a:solidFill>
      </dgm:spPr>
      <dgm:t>
        <a:bodyPr/>
        <a:lstStyle/>
        <a:p>
          <a:endParaRPr lang="en-US" sz="1050" dirty="0">
            <a:solidFill>
              <a:schemeClr val="tx1"/>
            </a:solidFill>
          </a:endParaRPr>
        </a:p>
      </dgm:t>
    </dgm:pt>
    <dgm:pt modelId="{D8DBA3E7-7AA5-41E5-8D63-39ADB569104D}" type="parTrans" cxnId="{79DAA714-FD36-488A-82AB-4D2AE93D0DA1}">
      <dgm:prSet/>
      <dgm:spPr/>
      <dgm:t>
        <a:bodyPr/>
        <a:lstStyle/>
        <a:p>
          <a:endParaRPr lang="en-US"/>
        </a:p>
      </dgm:t>
    </dgm:pt>
    <dgm:pt modelId="{A9360CE2-59F2-47D8-B984-D70BDB66BE80}" type="sibTrans" cxnId="{79DAA714-FD36-488A-82AB-4D2AE93D0DA1}">
      <dgm:prSet/>
      <dgm:spPr/>
      <dgm:t>
        <a:bodyPr/>
        <a:lstStyle/>
        <a:p>
          <a:endParaRPr lang="en-US"/>
        </a:p>
      </dgm:t>
    </dgm:pt>
    <dgm:pt modelId="{C24CE05C-BAF7-4D1E-806A-AD2BC0756CAC}">
      <dgm:prSet custT="1"/>
      <dgm:spPr>
        <a:solidFill>
          <a:schemeClr val="tx2">
            <a:lumMod val="20000"/>
            <a:lumOff val="80000"/>
          </a:schemeClr>
        </a:solidFill>
      </dgm:spPr>
      <dgm:t>
        <a:bodyPr/>
        <a:lstStyle/>
        <a:p>
          <a:endParaRPr lang="en-US" sz="1050" dirty="0">
            <a:solidFill>
              <a:schemeClr val="tx1"/>
            </a:solidFill>
          </a:endParaRPr>
        </a:p>
      </dgm:t>
    </dgm:pt>
    <dgm:pt modelId="{25C490D8-69E9-4092-95C7-BEEC0E921741}" type="parTrans" cxnId="{DAE10DAC-0CE3-47C3-BEF6-6834B0C75FB4}">
      <dgm:prSet/>
      <dgm:spPr/>
      <dgm:t>
        <a:bodyPr/>
        <a:lstStyle/>
        <a:p>
          <a:endParaRPr lang="en-US"/>
        </a:p>
      </dgm:t>
    </dgm:pt>
    <dgm:pt modelId="{F51E6100-E2DF-4422-800B-091610062452}" type="sibTrans" cxnId="{DAE10DAC-0CE3-47C3-BEF6-6834B0C75FB4}">
      <dgm:prSet/>
      <dgm:spPr/>
      <dgm:t>
        <a:bodyPr/>
        <a:lstStyle/>
        <a:p>
          <a:endParaRPr lang="en-US"/>
        </a:p>
      </dgm:t>
    </dgm:pt>
    <dgm:pt modelId="{715EFDDE-B119-47C5-8933-46133F755479}">
      <dgm:prSet custT="1"/>
      <dgm:spPr>
        <a:solidFill>
          <a:schemeClr val="tx2">
            <a:lumMod val="20000"/>
            <a:lumOff val="80000"/>
          </a:schemeClr>
        </a:solidFill>
      </dgm:spPr>
      <dgm:t>
        <a:bodyPr/>
        <a:lstStyle/>
        <a:p>
          <a:pPr>
            <a:buFont typeface="Arial" panose="020B0604020202020204" pitchFamily="34" charset="0"/>
            <a:buChar char="•"/>
          </a:pPr>
          <a:r>
            <a:rPr lang="en-US" sz="1050" dirty="0">
              <a:solidFill>
                <a:schemeClr val="tx1"/>
              </a:solidFill>
            </a:rPr>
            <a:t>Device specifications (model, operating system, unique identifiers)</a:t>
          </a:r>
        </a:p>
      </dgm:t>
    </dgm:pt>
    <dgm:pt modelId="{DBDD2D89-86ED-4490-A987-A5611A7E8CEB}" type="parTrans" cxnId="{01719359-A627-4791-BF2F-74F406C42543}">
      <dgm:prSet/>
      <dgm:spPr/>
      <dgm:t>
        <a:bodyPr/>
        <a:lstStyle/>
        <a:p>
          <a:endParaRPr lang="en-US"/>
        </a:p>
      </dgm:t>
    </dgm:pt>
    <dgm:pt modelId="{398FFFFC-542C-4E3E-9C22-5F46ED04A23F}" type="sibTrans" cxnId="{01719359-A627-4791-BF2F-74F406C42543}">
      <dgm:prSet/>
      <dgm:spPr/>
      <dgm:t>
        <a:bodyPr/>
        <a:lstStyle/>
        <a:p>
          <a:endParaRPr lang="en-US"/>
        </a:p>
      </dgm:t>
    </dgm:pt>
    <dgm:pt modelId="{ECAAF99B-D5C4-4B91-ACE1-ACD9FCA8714B}">
      <dgm:prSet custT="1"/>
      <dgm:spPr>
        <a:solidFill>
          <a:schemeClr val="tx2">
            <a:lumMod val="20000"/>
            <a:lumOff val="80000"/>
          </a:schemeClr>
        </a:solidFill>
      </dgm:spPr>
      <dgm:t>
        <a:bodyPr/>
        <a:lstStyle/>
        <a:p>
          <a:r>
            <a:rPr lang="en-US" sz="1050" dirty="0">
              <a:solidFill>
                <a:schemeClr val="tx1"/>
              </a:solidFill>
            </a:rPr>
            <a:t>Device interactions with Google services (app usage, IP addresses) </a:t>
          </a:r>
        </a:p>
      </dgm:t>
    </dgm:pt>
    <dgm:pt modelId="{AADDD1CA-077E-42B3-86EC-3AAFC31520BE}" type="parTrans" cxnId="{E0F5C4D9-1306-412D-81FA-3969C0FDBB1F}">
      <dgm:prSet/>
      <dgm:spPr/>
      <dgm:t>
        <a:bodyPr/>
        <a:lstStyle/>
        <a:p>
          <a:endParaRPr lang="en-US"/>
        </a:p>
      </dgm:t>
    </dgm:pt>
    <dgm:pt modelId="{E499B7AD-6B45-4860-B7ED-45243C261D78}" type="sibTrans" cxnId="{E0F5C4D9-1306-412D-81FA-3969C0FDBB1F}">
      <dgm:prSet/>
      <dgm:spPr/>
      <dgm:t>
        <a:bodyPr/>
        <a:lstStyle/>
        <a:p>
          <a:endParaRPr lang="en-US"/>
        </a:p>
      </dgm:t>
    </dgm:pt>
    <dgm:pt modelId="{63DB4B26-5E1B-4192-B457-3652FB90DCA5}">
      <dgm:prSet custT="1"/>
      <dgm:spPr>
        <a:solidFill>
          <a:schemeClr val="tx2">
            <a:lumMod val="20000"/>
            <a:lumOff val="80000"/>
          </a:schemeClr>
        </a:solidFill>
      </dgm:spPr>
      <dgm:t>
        <a:bodyPr/>
        <a:lstStyle/>
        <a:p>
          <a:r>
            <a:rPr lang="en-US" sz="1050" dirty="0">
              <a:solidFill>
                <a:schemeClr val="tx1"/>
              </a:solidFill>
            </a:rPr>
            <a:t>Sensor data from device capabilities (location, battery, etc.)</a:t>
          </a:r>
        </a:p>
      </dgm:t>
    </dgm:pt>
    <dgm:pt modelId="{7CF1AC5C-D6A2-4D45-86F1-CC37CCC8CE0F}" type="parTrans" cxnId="{A8EC85E7-1AA6-407F-90EB-58C55E40741D}">
      <dgm:prSet/>
      <dgm:spPr/>
      <dgm:t>
        <a:bodyPr/>
        <a:lstStyle/>
        <a:p>
          <a:endParaRPr lang="en-US"/>
        </a:p>
      </dgm:t>
    </dgm:pt>
    <dgm:pt modelId="{41304B02-4A4C-483A-AECA-272720478849}" type="sibTrans" cxnId="{A8EC85E7-1AA6-407F-90EB-58C55E40741D}">
      <dgm:prSet/>
      <dgm:spPr/>
      <dgm:t>
        <a:bodyPr/>
        <a:lstStyle/>
        <a:p>
          <a:endParaRPr lang="en-US"/>
        </a:p>
      </dgm:t>
    </dgm:pt>
    <dgm:pt modelId="{C9A062CC-41AE-4A6D-ACB0-794E8A96B6E6}">
      <dgm:prSet custT="1"/>
      <dgm:spPr>
        <a:solidFill>
          <a:schemeClr val="tx2">
            <a:lumMod val="20000"/>
            <a:lumOff val="80000"/>
          </a:schemeClr>
        </a:solidFill>
      </dgm:spPr>
      <dgm:t>
        <a:bodyPr/>
        <a:lstStyle/>
        <a:p>
          <a:pPr>
            <a:buFont typeface="Arial" panose="020B0604020202020204" pitchFamily="34" charset="0"/>
            <a:buChar char="•"/>
          </a:pPr>
          <a:endParaRPr lang="en-US" sz="1050" dirty="0">
            <a:solidFill>
              <a:schemeClr val="tx1"/>
            </a:solidFill>
          </a:endParaRPr>
        </a:p>
      </dgm:t>
    </dgm:pt>
    <dgm:pt modelId="{7D18DAE7-25BD-4042-88BC-E57577706BF9}" type="parTrans" cxnId="{9DA515CE-45F1-44DB-B746-F839FD1BAC4C}">
      <dgm:prSet/>
      <dgm:spPr/>
      <dgm:t>
        <a:bodyPr/>
        <a:lstStyle/>
        <a:p>
          <a:endParaRPr lang="en-US"/>
        </a:p>
      </dgm:t>
    </dgm:pt>
    <dgm:pt modelId="{EED3A126-44E6-4204-814E-D87AE8D4FCAF}" type="sibTrans" cxnId="{9DA515CE-45F1-44DB-B746-F839FD1BAC4C}">
      <dgm:prSet/>
      <dgm:spPr/>
      <dgm:t>
        <a:bodyPr/>
        <a:lstStyle/>
        <a:p>
          <a:endParaRPr lang="en-US"/>
        </a:p>
      </dgm:t>
    </dgm:pt>
    <dgm:pt modelId="{A31F4ED0-75CC-4A03-A5AC-2A119936C767}">
      <dgm:prSet custT="1"/>
      <dgm:spPr>
        <a:solidFill>
          <a:schemeClr val="tx2">
            <a:lumMod val="20000"/>
            <a:lumOff val="80000"/>
          </a:schemeClr>
        </a:solidFill>
      </dgm:spPr>
      <dgm:t>
        <a:bodyPr/>
        <a:lstStyle/>
        <a:p>
          <a:endParaRPr lang="en-US" sz="1050" dirty="0">
            <a:solidFill>
              <a:schemeClr val="tx1"/>
            </a:solidFill>
          </a:endParaRPr>
        </a:p>
      </dgm:t>
    </dgm:pt>
    <dgm:pt modelId="{12A8746A-6A2F-4EAE-9072-5D4FCC85D18F}" type="parTrans" cxnId="{B0E1B468-E051-41DC-9237-EBCC4CABB65A}">
      <dgm:prSet/>
      <dgm:spPr/>
      <dgm:t>
        <a:bodyPr/>
        <a:lstStyle/>
        <a:p>
          <a:endParaRPr lang="en-US"/>
        </a:p>
      </dgm:t>
    </dgm:pt>
    <dgm:pt modelId="{46A96EC8-0072-4928-92FC-851836FE8A5D}" type="sibTrans" cxnId="{B0E1B468-E051-41DC-9237-EBCC4CABB65A}">
      <dgm:prSet/>
      <dgm:spPr/>
      <dgm:t>
        <a:bodyPr/>
        <a:lstStyle/>
        <a:p>
          <a:endParaRPr lang="en-US"/>
        </a:p>
      </dgm:t>
    </dgm:pt>
    <dgm:pt modelId="{F2018D6B-8ADA-46CF-B8E6-DC2CE55D590C}">
      <dgm:prSet custT="1"/>
      <dgm:spPr>
        <a:solidFill>
          <a:schemeClr val="tx2">
            <a:lumMod val="20000"/>
            <a:lumOff val="80000"/>
          </a:schemeClr>
        </a:solidFill>
      </dgm:spPr>
      <dgm:t>
        <a:bodyPr/>
        <a:lstStyle/>
        <a:p>
          <a:pPr>
            <a:buFont typeface="Arial" panose="020B0604020202020204" pitchFamily="34" charset="0"/>
            <a:buChar char="•"/>
          </a:pPr>
          <a:r>
            <a:rPr lang="en-US" sz="1050" dirty="0">
              <a:solidFill>
                <a:schemeClr val="tx1"/>
              </a:solidFill>
            </a:rPr>
            <a:t>Information from advertising partners about your interests/behaviors</a:t>
          </a:r>
        </a:p>
      </dgm:t>
    </dgm:pt>
    <dgm:pt modelId="{A9E8205E-5DEC-45A5-BDC3-026588EE2A0D}" type="parTrans" cxnId="{68D5F903-5F3A-4316-B89A-86E2420331B8}">
      <dgm:prSet/>
      <dgm:spPr/>
      <dgm:t>
        <a:bodyPr/>
        <a:lstStyle/>
        <a:p>
          <a:endParaRPr lang="en-US"/>
        </a:p>
      </dgm:t>
    </dgm:pt>
    <dgm:pt modelId="{957FFA9F-2F42-41C7-B1A4-C3E5E60A4941}" type="sibTrans" cxnId="{68D5F903-5F3A-4316-B89A-86E2420331B8}">
      <dgm:prSet/>
      <dgm:spPr/>
      <dgm:t>
        <a:bodyPr/>
        <a:lstStyle/>
        <a:p>
          <a:endParaRPr lang="en-US"/>
        </a:p>
      </dgm:t>
    </dgm:pt>
    <dgm:pt modelId="{EFAA0661-775E-49F8-BB87-1685E41DAC41}">
      <dgm:prSet custT="1"/>
      <dgm:spPr>
        <a:solidFill>
          <a:schemeClr val="tx2">
            <a:lumMod val="20000"/>
            <a:lumOff val="80000"/>
          </a:schemeClr>
        </a:solidFill>
      </dgm:spPr>
      <dgm:t>
        <a:bodyPr/>
        <a:lstStyle/>
        <a:p>
          <a:r>
            <a:rPr lang="en-US" sz="1050" dirty="0">
              <a:solidFill>
                <a:schemeClr val="tx1"/>
              </a:solidFill>
            </a:rPr>
            <a:t>Data from Google's integrated services on third-party sites/apps</a:t>
          </a:r>
        </a:p>
      </dgm:t>
    </dgm:pt>
    <dgm:pt modelId="{FD4FF089-D04D-4E79-8471-6CB063DC0885}" type="parTrans" cxnId="{B6C3F092-3E26-45FA-9DBD-2682446DF196}">
      <dgm:prSet/>
      <dgm:spPr/>
      <dgm:t>
        <a:bodyPr/>
        <a:lstStyle/>
        <a:p>
          <a:endParaRPr lang="en-US"/>
        </a:p>
      </dgm:t>
    </dgm:pt>
    <dgm:pt modelId="{0A861345-3A6E-442E-9258-808E2D4738A0}" type="sibTrans" cxnId="{B6C3F092-3E26-45FA-9DBD-2682446DF196}">
      <dgm:prSet/>
      <dgm:spPr/>
      <dgm:t>
        <a:bodyPr/>
        <a:lstStyle/>
        <a:p>
          <a:endParaRPr lang="en-US"/>
        </a:p>
      </dgm:t>
    </dgm:pt>
    <dgm:pt modelId="{068B210D-803E-45CA-ACB1-ACE7F0406690}">
      <dgm:prSet custT="1"/>
      <dgm:spPr>
        <a:solidFill>
          <a:schemeClr val="tx2">
            <a:lumMod val="20000"/>
            <a:lumOff val="80000"/>
          </a:schemeClr>
        </a:solidFill>
      </dgm:spPr>
      <dgm:t>
        <a:bodyPr/>
        <a:lstStyle/>
        <a:p>
          <a:r>
            <a:rPr lang="en-US" sz="1050" dirty="0">
              <a:solidFill>
                <a:schemeClr val="tx1"/>
              </a:solidFill>
            </a:rPr>
            <a:t>Public records and information sources indexed by Google</a:t>
          </a:r>
        </a:p>
      </dgm:t>
    </dgm:pt>
    <dgm:pt modelId="{9089196A-22BE-4764-9352-D5C44917F671}" type="parTrans" cxnId="{6383F30F-55A5-47AB-94D6-8D8AB69E7FCE}">
      <dgm:prSet/>
      <dgm:spPr/>
      <dgm:t>
        <a:bodyPr/>
        <a:lstStyle/>
        <a:p>
          <a:endParaRPr lang="en-US"/>
        </a:p>
      </dgm:t>
    </dgm:pt>
    <dgm:pt modelId="{2CCA1970-1F85-4E61-B4DC-682856133A33}" type="sibTrans" cxnId="{6383F30F-55A5-47AB-94D6-8D8AB69E7FCE}">
      <dgm:prSet/>
      <dgm:spPr/>
      <dgm:t>
        <a:bodyPr/>
        <a:lstStyle/>
        <a:p>
          <a:endParaRPr lang="en-US"/>
        </a:p>
      </dgm:t>
    </dgm:pt>
    <dgm:pt modelId="{40F9BC8C-CC54-4385-BC3E-D16C0C1B4CE9}">
      <dgm:prSet custT="1"/>
      <dgm:spPr>
        <a:solidFill>
          <a:schemeClr val="tx2">
            <a:lumMod val="20000"/>
            <a:lumOff val="80000"/>
          </a:schemeClr>
        </a:solidFill>
      </dgm:spPr>
      <dgm:t>
        <a:bodyPr/>
        <a:lstStyle/>
        <a:p>
          <a:pPr>
            <a:buFont typeface="Arial" panose="020B0604020202020204" pitchFamily="34" charset="0"/>
            <a:buChar char="•"/>
          </a:pPr>
          <a:endParaRPr lang="en-US" sz="1050" dirty="0">
            <a:solidFill>
              <a:schemeClr val="tx1"/>
            </a:solidFill>
          </a:endParaRPr>
        </a:p>
      </dgm:t>
    </dgm:pt>
    <dgm:pt modelId="{D1B7D934-4B88-4B01-A713-2B4198C1FD6F}" type="parTrans" cxnId="{03D301EE-BF44-4BEC-91DC-B5BA2C35DBCA}">
      <dgm:prSet/>
      <dgm:spPr/>
      <dgm:t>
        <a:bodyPr/>
        <a:lstStyle/>
        <a:p>
          <a:endParaRPr lang="en-US"/>
        </a:p>
      </dgm:t>
    </dgm:pt>
    <dgm:pt modelId="{A88CFC6B-3346-4A8C-9754-86C817E96A08}" type="sibTrans" cxnId="{03D301EE-BF44-4BEC-91DC-B5BA2C35DBCA}">
      <dgm:prSet/>
      <dgm:spPr/>
      <dgm:t>
        <a:bodyPr/>
        <a:lstStyle/>
        <a:p>
          <a:endParaRPr lang="en-US"/>
        </a:p>
      </dgm:t>
    </dgm:pt>
    <dgm:pt modelId="{E350453E-2361-4E6E-9A5D-E3D933CFE750}">
      <dgm:prSet custT="1"/>
      <dgm:spPr>
        <a:solidFill>
          <a:schemeClr val="tx2">
            <a:lumMod val="20000"/>
            <a:lumOff val="80000"/>
          </a:schemeClr>
        </a:solidFill>
      </dgm:spPr>
      <dgm:t>
        <a:bodyPr/>
        <a:lstStyle/>
        <a:p>
          <a:endParaRPr lang="en-US" sz="1050" dirty="0">
            <a:solidFill>
              <a:schemeClr val="tx1"/>
            </a:solidFill>
          </a:endParaRPr>
        </a:p>
      </dgm:t>
    </dgm:pt>
    <dgm:pt modelId="{55CD8AC1-5F58-469F-87FA-26258713C3AE}" type="parTrans" cxnId="{809E14BE-27C9-4586-B92C-C1596F3A10CF}">
      <dgm:prSet/>
      <dgm:spPr/>
      <dgm:t>
        <a:bodyPr/>
        <a:lstStyle/>
        <a:p>
          <a:endParaRPr lang="en-US"/>
        </a:p>
      </dgm:t>
    </dgm:pt>
    <dgm:pt modelId="{2C7CE8E5-CA60-48D8-B2B9-CAA699193AC7}" type="sibTrans" cxnId="{809E14BE-27C9-4586-B92C-C1596F3A10CF}">
      <dgm:prSet/>
      <dgm:spPr/>
      <dgm:t>
        <a:bodyPr/>
        <a:lstStyle/>
        <a:p>
          <a:endParaRPr lang="en-US"/>
        </a:p>
      </dgm:t>
    </dgm:pt>
    <dgm:pt modelId="{87F36F84-649E-4146-8E3B-D573D086D282}" type="pres">
      <dgm:prSet presAssocID="{E5E5CBDE-568C-4434-AD14-225C7F66D752}" presName="linearFlow" presStyleCnt="0">
        <dgm:presLayoutVars>
          <dgm:dir/>
          <dgm:animLvl val="lvl"/>
          <dgm:resizeHandles/>
        </dgm:presLayoutVars>
      </dgm:prSet>
      <dgm:spPr/>
    </dgm:pt>
    <dgm:pt modelId="{8622A7FA-B30A-410D-926A-714938AD4C7B}" type="pres">
      <dgm:prSet presAssocID="{0752FEB3-CD38-4730-85C6-3EFEA87FEAEA}" presName="compositeNode" presStyleCnt="0">
        <dgm:presLayoutVars>
          <dgm:bulletEnabled val="1"/>
        </dgm:presLayoutVars>
      </dgm:prSet>
      <dgm:spPr/>
    </dgm:pt>
    <dgm:pt modelId="{0E2B1E23-465A-4B8E-B83C-E23554BEDE24}" type="pres">
      <dgm:prSet presAssocID="{0752FEB3-CD38-4730-85C6-3EFEA87FEAEA}" presName="image" presStyleLbl="fgImgPlac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1000" b="-1000"/>
          </a:stretch>
        </a:blipFill>
      </dgm:spPr>
      <dgm:extLst>
        <a:ext uri="{E40237B7-FDA0-4F09-8148-C483321AD2D9}">
          <dgm14:cNvPr xmlns:dgm14="http://schemas.microsoft.com/office/drawing/2010/diagram" id="0" name="" descr="Laptop with phone and calculator"/>
        </a:ext>
      </dgm:extLst>
    </dgm:pt>
    <dgm:pt modelId="{B77631A6-3BF2-432C-B537-A68AC602A713}" type="pres">
      <dgm:prSet presAssocID="{0752FEB3-CD38-4730-85C6-3EFEA87FEAEA}" presName="childNode" presStyleLbl="node1" presStyleIdx="0" presStyleCnt="4">
        <dgm:presLayoutVars>
          <dgm:bulletEnabled val="1"/>
        </dgm:presLayoutVars>
      </dgm:prSet>
      <dgm:spPr/>
    </dgm:pt>
    <dgm:pt modelId="{6C040D3D-AADA-460D-ACCF-990D3C34E6DB}" type="pres">
      <dgm:prSet presAssocID="{0752FEB3-CD38-4730-85C6-3EFEA87FEAEA}" presName="parentNode" presStyleLbl="revTx" presStyleIdx="0" presStyleCnt="4">
        <dgm:presLayoutVars>
          <dgm:chMax val="0"/>
          <dgm:bulletEnabled val="1"/>
        </dgm:presLayoutVars>
      </dgm:prSet>
      <dgm:spPr/>
    </dgm:pt>
    <dgm:pt modelId="{CCF65FFE-47FB-43C3-91F7-716F11F8F04F}" type="pres">
      <dgm:prSet presAssocID="{F91A757B-5C9D-4C94-B7B2-ED66D7B7C2F6}" presName="sibTrans" presStyleCnt="0"/>
      <dgm:spPr/>
    </dgm:pt>
    <dgm:pt modelId="{085248C2-77E5-4471-B398-00819573EB25}" type="pres">
      <dgm:prSet presAssocID="{AA3E8161-2AFE-4C6F-B8B3-BA64B814D8CB}" presName="compositeNode" presStyleCnt="0">
        <dgm:presLayoutVars>
          <dgm:bulletEnabled val="1"/>
        </dgm:presLayoutVars>
      </dgm:prSet>
      <dgm:spPr/>
    </dgm:pt>
    <dgm:pt modelId="{019D59A1-8361-4ED7-B77C-9F9AD9859966}" type="pres">
      <dgm:prSet presAssocID="{AA3E8161-2AFE-4C6F-B8B3-BA64B814D8CB}" presName="image" presStyleLbl="fgImgPlac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aptop with phone and calculator"/>
        </a:ext>
      </dgm:extLst>
    </dgm:pt>
    <dgm:pt modelId="{FF612AA1-A4C5-407C-BFD7-44E10B8F9796}" type="pres">
      <dgm:prSet presAssocID="{AA3E8161-2AFE-4C6F-B8B3-BA64B814D8CB}" presName="childNode" presStyleLbl="node1" presStyleIdx="1" presStyleCnt="4">
        <dgm:presLayoutVars>
          <dgm:bulletEnabled val="1"/>
        </dgm:presLayoutVars>
      </dgm:prSet>
      <dgm:spPr/>
    </dgm:pt>
    <dgm:pt modelId="{3E28C66B-9271-4908-8107-341FA0148B2F}" type="pres">
      <dgm:prSet presAssocID="{AA3E8161-2AFE-4C6F-B8B3-BA64B814D8CB}" presName="parentNode" presStyleLbl="revTx" presStyleIdx="1" presStyleCnt="4">
        <dgm:presLayoutVars>
          <dgm:chMax val="0"/>
          <dgm:bulletEnabled val="1"/>
        </dgm:presLayoutVars>
      </dgm:prSet>
      <dgm:spPr/>
    </dgm:pt>
    <dgm:pt modelId="{3420C61F-CF04-4A8D-8F41-96570F4ED611}" type="pres">
      <dgm:prSet presAssocID="{E20EDA0E-A4AB-4D89-ACFB-C2A0CD32F3CA}" presName="sibTrans" presStyleCnt="0"/>
      <dgm:spPr/>
    </dgm:pt>
    <dgm:pt modelId="{DD771937-FDA0-410E-903D-95C95B85D005}" type="pres">
      <dgm:prSet presAssocID="{42DCB190-254F-4DCF-9E0F-1B105187D0A9}" presName="compositeNode" presStyleCnt="0">
        <dgm:presLayoutVars>
          <dgm:bulletEnabled val="1"/>
        </dgm:presLayoutVars>
      </dgm:prSet>
      <dgm:spPr/>
    </dgm:pt>
    <dgm:pt modelId="{600CED6F-0D6B-4080-A6D5-6675CD096D60}" type="pres">
      <dgm:prSet presAssocID="{42DCB190-254F-4DCF-9E0F-1B105187D0A9}" presName="imag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Open book with table lamp, books, pen and pencil"/>
        </a:ext>
      </dgm:extLst>
    </dgm:pt>
    <dgm:pt modelId="{8745CD4D-CA28-470B-94BC-BC57A40DDF84}" type="pres">
      <dgm:prSet presAssocID="{42DCB190-254F-4DCF-9E0F-1B105187D0A9}" presName="childNode" presStyleLbl="node1" presStyleIdx="2" presStyleCnt="4">
        <dgm:presLayoutVars>
          <dgm:bulletEnabled val="1"/>
        </dgm:presLayoutVars>
      </dgm:prSet>
      <dgm:spPr/>
    </dgm:pt>
    <dgm:pt modelId="{53E37866-7038-4060-B170-D9808103BDD1}" type="pres">
      <dgm:prSet presAssocID="{42DCB190-254F-4DCF-9E0F-1B105187D0A9}" presName="parentNode" presStyleLbl="revTx" presStyleIdx="2" presStyleCnt="4">
        <dgm:presLayoutVars>
          <dgm:chMax val="0"/>
          <dgm:bulletEnabled val="1"/>
        </dgm:presLayoutVars>
      </dgm:prSet>
      <dgm:spPr/>
    </dgm:pt>
    <dgm:pt modelId="{BA636E83-15E7-4BB9-8559-EC252E8B3364}" type="pres">
      <dgm:prSet presAssocID="{A3D4F856-74C9-4B93-9D98-8B16092E4D36}" presName="sibTrans" presStyleCnt="0"/>
      <dgm:spPr/>
    </dgm:pt>
    <dgm:pt modelId="{209B0AFB-DC52-4A9E-AC2C-ED60C8F20F5C}" type="pres">
      <dgm:prSet presAssocID="{A2F9C5EE-B4A8-4385-980B-BC7B19A5F1A1}" presName="compositeNode" presStyleCnt="0">
        <dgm:presLayoutVars>
          <dgm:bulletEnabled val="1"/>
        </dgm:presLayoutVars>
      </dgm:prSet>
      <dgm:spPr/>
    </dgm:pt>
    <dgm:pt modelId="{46444B4B-B5CA-4F0C-B679-E5400BDD5E62}" type="pres">
      <dgm:prSet presAssocID="{A2F9C5EE-B4A8-4385-980B-BC7B19A5F1A1}" presName="image" presStyleLbl="fgImgPlac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Group of men with solid fill"/>
        </a:ext>
      </dgm:extLst>
    </dgm:pt>
    <dgm:pt modelId="{15A3713D-7B12-464A-8BC8-88F41E4300AA}" type="pres">
      <dgm:prSet presAssocID="{A2F9C5EE-B4A8-4385-980B-BC7B19A5F1A1}" presName="childNode" presStyleLbl="node1" presStyleIdx="3" presStyleCnt="4">
        <dgm:presLayoutVars>
          <dgm:bulletEnabled val="1"/>
        </dgm:presLayoutVars>
      </dgm:prSet>
      <dgm:spPr/>
    </dgm:pt>
    <dgm:pt modelId="{04068DF2-D2FA-45BD-B896-6C67B48F04E8}" type="pres">
      <dgm:prSet presAssocID="{A2F9C5EE-B4A8-4385-980B-BC7B19A5F1A1}" presName="parentNode" presStyleLbl="revTx" presStyleIdx="3" presStyleCnt="4">
        <dgm:presLayoutVars>
          <dgm:chMax val="0"/>
          <dgm:bulletEnabled val="1"/>
        </dgm:presLayoutVars>
      </dgm:prSet>
      <dgm:spPr/>
    </dgm:pt>
  </dgm:ptLst>
  <dgm:cxnLst>
    <dgm:cxn modelId="{68D5F903-5F3A-4316-B89A-86E2420331B8}" srcId="{A2F9C5EE-B4A8-4385-980B-BC7B19A5F1A1}" destId="{F2018D6B-8ADA-46CF-B8E6-DC2CE55D590C}" srcOrd="0" destOrd="0" parTransId="{A9E8205E-5DEC-45A5-BDC3-026588EE2A0D}" sibTransId="{957FFA9F-2F42-41C7-B1A4-C3E5E60A4941}"/>
    <dgm:cxn modelId="{BBC54304-37CA-4ACF-A15B-ED74D53D6FA4}" type="presOf" srcId="{068B210D-803E-45CA-ACB1-ACE7F0406690}" destId="{15A3713D-7B12-464A-8BC8-88F41E4300AA}" srcOrd="0" destOrd="4" presId="urn:microsoft.com/office/officeart/2005/8/layout/hList2"/>
    <dgm:cxn modelId="{6383F30F-55A5-47AB-94D6-8D8AB69E7FCE}" srcId="{A2F9C5EE-B4A8-4385-980B-BC7B19A5F1A1}" destId="{068B210D-803E-45CA-ACB1-ACE7F0406690}" srcOrd="4" destOrd="0" parTransId="{9089196A-22BE-4764-9352-D5C44917F671}" sibTransId="{2CCA1970-1F85-4E61-B4DC-682856133A33}"/>
    <dgm:cxn modelId="{36E8A513-5257-4F44-8727-5E569CB3240C}" type="presOf" srcId="{42DCB190-254F-4DCF-9E0F-1B105187D0A9}" destId="{53E37866-7038-4060-B170-D9808103BDD1}" srcOrd="0" destOrd="0" presId="urn:microsoft.com/office/officeart/2005/8/layout/hList2"/>
    <dgm:cxn modelId="{79DAA714-FD36-488A-82AB-4D2AE93D0DA1}" srcId="{AA3E8161-2AFE-4C6F-B8B3-BA64B814D8CB}" destId="{C79BDDA0-93DF-47D6-B6BD-6269D28572E8}" srcOrd="3" destOrd="0" parTransId="{D8DBA3E7-7AA5-41E5-8D63-39ADB569104D}" sibTransId="{A9360CE2-59F2-47D8-B984-D70BDB66BE80}"/>
    <dgm:cxn modelId="{2C14D21D-D5ED-4280-B5F0-64AEF4890373}" type="presOf" srcId="{E5E5CBDE-568C-4434-AD14-225C7F66D752}" destId="{87F36F84-649E-4146-8E3B-D573D086D282}" srcOrd="0" destOrd="0" presId="urn:microsoft.com/office/officeart/2005/8/layout/hList2"/>
    <dgm:cxn modelId="{26D28820-D3DE-45F4-8841-8EE6070F0748}" type="presOf" srcId="{63DB4B26-5E1B-4192-B457-3652FB90DCA5}" destId="{8745CD4D-CA28-470B-94BC-BC57A40DDF84}" srcOrd="0" destOrd="4" presId="urn:microsoft.com/office/officeart/2005/8/layout/hList2"/>
    <dgm:cxn modelId="{13B98522-D189-4CB8-9DD5-EEFD9BA0565D}" type="presOf" srcId="{EFAA0661-775E-49F8-BB87-1685E41DAC41}" destId="{15A3713D-7B12-464A-8BC8-88F41E4300AA}" srcOrd="0" destOrd="2" presId="urn:microsoft.com/office/officeart/2005/8/layout/hList2"/>
    <dgm:cxn modelId="{A85FCC29-DDD5-4852-99AE-558FA15A6E68}" type="presOf" srcId="{66513468-99B9-4422-976C-CE4D52CCF0BB}" destId="{FF612AA1-A4C5-407C-BFD7-44E10B8F9796}" srcOrd="0" destOrd="1" presId="urn:microsoft.com/office/officeart/2005/8/layout/hList2"/>
    <dgm:cxn modelId="{930F822B-FE1B-4394-A3E2-70185A371B23}" srcId="{0752FEB3-CD38-4730-85C6-3EFEA87FEAEA}" destId="{8DD7EDF2-C611-4055-BECA-5A23AE1134B4}" srcOrd="0" destOrd="0" parTransId="{12ACB1A1-7872-4A14-AE27-BC1DBE05F103}" sibTransId="{90FF75AD-EE5F-4FEB-8FD6-5B1D34B6F71D}"/>
    <dgm:cxn modelId="{C001DC2E-3711-41EA-BAF9-06175A3AC18E}" type="presOf" srcId="{8DD7EDF2-C611-4055-BECA-5A23AE1134B4}" destId="{B77631A6-3BF2-432C-B537-A68AC602A713}" srcOrd="0" destOrd="0" presId="urn:microsoft.com/office/officeart/2005/8/layout/hList2"/>
    <dgm:cxn modelId="{852AE533-C300-45CE-8ED7-F141B2E05156}" type="presOf" srcId="{C79BDDA0-93DF-47D6-B6BD-6269D28572E8}" destId="{FF612AA1-A4C5-407C-BFD7-44E10B8F9796}" srcOrd="0" destOrd="3" presId="urn:microsoft.com/office/officeart/2005/8/layout/hList2"/>
    <dgm:cxn modelId="{B610DC3C-F7AE-476A-B327-523A040DCC5D}" type="presOf" srcId="{F2018D6B-8ADA-46CF-B8E6-DC2CE55D590C}" destId="{15A3713D-7B12-464A-8BC8-88F41E4300AA}" srcOrd="0" destOrd="0" presId="urn:microsoft.com/office/officeart/2005/8/layout/hList2"/>
    <dgm:cxn modelId="{2B56E03F-A47E-48C0-8C6D-17D3C597A71D}" type="presOf" srcId="{905D94E3-E88D-4769-8A6F-6DE80B2A7178}" destId="{B77631A6-3BF2-432C-B537-A68AC602A713}" srcOrd="0" destOrd="1" presId="urn:microsoft.com/office/officeart/2005/8/layout/hList2"/>
    <dgm:cxn modelId="{62D0BE5B-BCAC-4B95-896D-9AFB23CB190F}" type="presOf" srcId="{E350453E-2361-4E6E-9A5D-E3D933CFE750}" destId="{15A3713D-7B12-464A-8BC8-88F41E4300AA}" srcOrd="0" destOrd="3" presId="urn:microsoft.com/office/officeart/2005/8/layout/hList2"/>
    <dgm:cxn modelId="{C2B6BB43-BB3D-4CC6-92DE-BEA9CAC32AF3}" type="presOf" srcId="{5D820CAB-1DDC-4C21-9E83-8196F6B2F317}" destId="{FF612AA1-A4C5-407C-BFD7-44E10B8F9796}" srcOrd="0" destOrd="0" presId="urn:microsoft.com/office/officeart/2005/8/layout/hList2"/>
    <dgm:cxn modelId="{214C6747-8B67-4D86-9384-B61269DBBF26}" srcId="{AA3E8161-2AFE-4C6F-B8B3-BA64B814D8CB}" destId="{5D820CAB-1DDC-4C21-9E83-8196F6B2F317}" srcOrd="0" destOrd="0" parTransId="{EC04A00F-0C9D-4CF3-B526-A52E035C72FD}" sibTransId="{9B2A1325-483F-4667-A4E8-967AD87B02A4}"/>
    <dgm:cxn modelId="{6C567C68-7D2D-46B4-902D-DA5946DD852D}" srcId="{AA3E8161-2AFE-4C6F-B8B3-BA64B814D8CB}" destId="{66513468-99B9-4422-976C-CE4D52CCF0BB}" srcOrd="1" destOrd="0" parTransId="{6BE5BC8E-FADE-4059-BEEE-D753D34BFF0F}" sibTransId="{D8C454E6-B2DA-4A7E-B588-6E2F0FEFFF0E}"/>
    <dgm:cxn modelId="{B0E1B468-E051-41DC-9237-EBCC4CABB65A}" srcId="{42DCB190-254F-4DCF-9E0F-1B105187D0A9}" destId="{A31F4ED0-75CC-4A03-A5AC-2A119936C767}" srcOrd="3" destOrd="0" parTransId="{12A8746A-6A2F-4EAE-9072-5D4FCC85D18F}" sibTransId="{46A96EC8-0072-4928-92FC-851836FE8A5D}"/>
    <dgm:cxn modelId="{3ECC354F-A7E7-46D5-9A65-F29E37352FEE}" type="presOf" srcId="{AA3E8161-2AFE-4C6F-B8B3-BA64B814D8CB}" destId="{3E28C66B-9271-4908-8107-341FA0148B2F}" srcOrd="0" destOrd="0" presId="urn:microsoft.com/office/officeart/2005/8/layout/hList2"/>
    <dgm:cxn modelId="{AC84E96F-067F-465B-AE56-C21136AE21D7}" type="presOf" srcId="{A31F4ED0-75CC-4A03-A5AC-2A119936C767}" destId="{8745CD4D-CA28-470B-94BC-BC57A40DDF84}" srcOrd="0" destOrd="3" presId="urn:microsoft.com/office/officeart/2005/8/layout/hList2"/>
    <dgm:cxn modelId="{851BEF50-FF15-4F58-9E61-5CBDD975884D}" srcId="{E5E5CBDE-568C-4434-AD14-225C7F66D752}" destId="{42DCB190-254F-4DCF-9E0F-1B105187D0A9}" srcOrd="2" destOrd="0" parTransId="{CC154A6F-93B9-4772-9429-0654793F88F4}" sibTransId="{A3D4F856-74C9-4B93-9D98-8B16092E4D36}"/>
    <dgm:cxn modelId="{9B583971-6D45-4D90-AFA6-C734E2DC30A0}" type="presOf" srcId="{AF702902-0E7F-4B96-8B51-716A83722665}" destId="{FF612AA1-A4C5-407C-BFD7-44E10B8F9796}" srcOrd="0" destOrd="6" presId="urn:microsoft.com/office/officeart/2005/8/layout/hList2"/>
    <dgm:cxn modelId="{22E91475-4D2A-4486-AE3E-5ACECD56EA14}" srcId="{AA3E8161-2AFE-4C6F-B8B3-BA64B814D8CB}" destId="{D3754EB8-94A1-4E27-B9DF-85CC6E232F0B}" srcOrd="4" destOrd="0" parTransId="{63A75398-BC2D-4576-952F-BFA5F3E9D4BB}" sibTransId="{5FB0340F-5801-4B4E-AE3B-C8324A57B940}"/>
    <dgm:cxn modelId="{01719359-A627-4791-BF2F-74F406C42543}" srcId="{42DCB190-254F-4DCF-9E0F-1B105187D0A9}" destId="{715EFDDE-B119-47C5-8933-46133F755479}" srcOrd="0" destOrd="0" parTransId="{DBDD2D89-86ED-4490-A987-A5611A7E8CEB}" sibTransId="{398FFFFC-542C-4E3E-9C22-5F46ED04A23F}"/>
    <dgm:cxn modelId="{02FC807B-52A0-48D9-A3B5-F224B00E85A3}" srcId="{E5E5CBDE-568C-4434-AD14-225C7F66D752}" destId="{A2F9C5EE-B4A8-4385-980B-BC7B19A5F1A1}" srcOrd="3" destOrd="0" parTransId="{DC077884-BA13-4EEB-920B-FDAF92A38181}" sibTransId="{255A59BB-B7AB-4FE0-8E4A-3B9A31455162}"/>
    <dgm:cxn modelId="{EC1C787F-93BC-48C9-AE6A-EC25CA9A36DC}" type="presOf" srcId="{D7A193BA-BB04-4C78-ABD6-A1176C9C7022}" destId="{B77631A6-3BF2-432C-B537-A68AC602A713}" srcOrd="0" destOrd="4" presId="urn:microsoft.com/office/officeart/2005/8/layout/hList2"/>
    <dgm:cxn modelId="{6ED03382-7237-4E79-A400-EC3761B01008}" type="presOf" srcId="{ECAAF99B-D5C4-4B91-ACE1-ACD9FCA8714B}" destId="{8745CD4D-CA28-470B-94BC-BC57A40DDF84}" srcOrd="0" destOrd="2" presId="urn:microsoft.com/office/officeart/2005/8/layout/hList2"/>
    <dgm:cxn modelId="{B6096987-A29C-4001-A0AE-C28A10B5892C}" srcId="{0752FEB3-CD38-4730-85C6-3EFEA87FEAEA}" destId="{905D94E3-E88D-4769-8A6F-6DE80B2A7178}" srcOrd="1" destOrd="0" parTransId="{B5081B5B-0903-4E5E-85D2-2441BE3DD9BD}" sibTransId="{72A19FE2-9663-4E51-8FCE-1FBE5E3AB6D4}"/>
    <dgm:cxn modelId="{B6C3F092-3E26-45FA-9DBD-2682446DF196}" srcId="{A2F9C5EE-B4A8-4385-980B-BC7B19A5F1A1}" destId="{EFAA0661-775E-49F8-BB87-1685E41DAC41}" srcOrd="2" destOrd="0" parTransId="{FD4FF089-D04D-4E79-8471-6CB063DC0885}" sibTransId="{0A861345-3A6E-442E-9258-808E2D4738A0}"/>
    <dgm:cxn modelId="{8D519A9D-6714-495D-A7ED-0B85573D5DE3}" type="presOf" srcId="{0752FEB3-CD38-4730-85C6-3EFEA87FEAEA}" destId="{6C040D3D-AADA-460D-ACCF-990D3C34E6DB}" srcOrd="0" destOrd="0" presId="urn:microsoft.com/office/officeart/2005/8/layout/hList2"/>
    <dgm:cxn modelId="{5637029E-A98B-420B-BCF8-2F6FD69345FC}" type="presOf" srcId="{A2F9C5EE-B4A8-4385-980B-BC7B19A5F1A1}" destId="{04068DF2-D2FA-45BD-B896-6C67B48F04E8}" srcOrd="0" destOrd="0" presId="urn:microsoft.com/office/officeart/2005/8/layout/hList2"/>
    <dgm:cxn modelId="{E47FF59F-9046-44D6-8579-A9113D70782A}" srcId="{0752FEB3-CD38-4730-85C6-3EFEA87FEAEA}" destId="{0E481765-D0F3-48CE-B1E0-4E436E428A50}" srcOrd="2" destOrd="0" parTransId="{4B356468-6507-4D5C-97A0-152D91BC2EE2}" sibTransId="{38A77FB5-B8C1-4D69-AB2A-BF5DEBCC64BF}"/>
    <dgm:cxn modelId="{A5AB90A6-9F32-4F38-88AA-C78A7696E368}" type="presOf" srcId="{C24CE05C-BAF7-4D1E-806A-AD2BC0756CAC}" destId="{FF612AA1-A4C5-407C-BFD7-44E10B8F9796}" srcOrd="0" destOrd="5" presId="urn:microsoft.com/office/officeart/2005/8/layout/hList2"/>
    <dgm:cxn modelId="{DAE10DAC-0CE3-47C3-BEF6-6834B0C75FB4}" srcId="{AA3E8161-2AFE-4C6F-B8B3-BA64B814D8CB}" destId="{C24CE05C-BAF7-4D1E-806A-AD2BC0756CAC}" srcOrd="5" destOrd="0" parTransId="{25C490D8-69E9-4092-95C7-BEEC0E921741}" sibTransId="{F51E6100-E2DF-4422-800B-091610062452}"/>
    <dgm:cxn modelId="{A054C7AE-7BD0-44CE-9A1C-5F76769543B0}" srcId="{E5E5CBDE-568C-4434-AD14-225C7F66D752}" destId="{AA3E8161-2AFE-4C6F-B8B3-BA64B814D8CB}" srcOrd="1" destOrd="0" parTransId="{5D757B34-5D8D-4ED7-AB2A-59A5AF8D7C12}" sibTransId="{E20EDA0E-A4AB-4D89-ACFB-C2A0CD32F3CA}"/>
    <dgm:cxn modelId="{F4DFF5AF-AF72-48D7-984A-2F65CA96C6AF}" type="presOf" srcId="{0871DF27-FD95-4EF7-9AAB-343BDA905C41}" destId="{FF612AA1-A4C5-407C-BFD7-44E10B8F9796}" srcOrd="0" destOrd="2" presId="urn:microsoft.com/office/officeart/2005/8/layout/hList2"/>
    <dgm:cxn modelId="{A2BE06B0-EC86-4666-987A-30A6AD63CF49}" srcId="{0752FEB3-CD38-4730-85C6-3EFEA87FEAEA}" destId="{D7A193BA-BB04-4C78-ABD6-A1176C9C7022}" srcOrd="4" destOrd="0" parTransId="{9910A245-B819-4ED7-84F8-25F674CA806B}" sibTransId="{5AE94394-43AA-4D83-BA15-DEC835F45CAA}"/>
    <dgm:cxn modelId="{5D0561B2-752B-42E3-9A2D-C9D44D5C3E99}" type="presOf" srcId="{715EFDDE-B119-47C5-8933-46133F755479}" destId="{8745CD4D-CA28-470B-94BC-BC57A40DDF84}" srcOrd="0" destOrd="0" presId="urn:microsoft.com/office/officeart/2005/8/layout/hList2"/>
    <dgm:cxn modelId="{DC8460BB-4E44-4B4D-BAE9-429D909B097D}" type="presOf" srcId="{D3754EB8-94A1-4E27-B9DF-85CC6E232F0B}" destId="{FF612AA1-A4C5-407C-BFD7-44E10B8F9796}" srcOrd="0" destOrd="4" presId="urn:microsoft.com/office/officeart/2005/8/layout/hList2"/>
    <dgm:cxn modelId="{809E14BE-27C9-4586-B92C-C1596F3A10CF}" srcId="{A2F9C5EE-B4A8-4385-980B-BC7B19A5F1A1}" destId="{E350453E-2361-4E6E-9A5D-E3D933CFE750}" srcOrd="3" destOrd="0" parTransId="{55CD8AC1-5F58-469F-87FA-26258713C3AE}" sibTransId="{2C7CE8E5-CA60-48D8-B2B9-CAA699193AC7}"/>
    <dgm:cxn modelId="{499852C5-ADE0-4AB9-8645-2BDC3974127D}" srcId="{AA3E8161-2AFE-4C6F-B8B3-BA64B814D8CB}" destId="{0871DF27-FD95-4EF7-9AAB-343BDA905C41}" srcOrd="2" destOrd="0" parTransId="{B27DDAF8-FDBC-43BB-B4B4-B4F92CC31D2E}" sibTransId="{2E64F775-C4C0-4887-8CFE-83812C5DB8A6}"/>
    <dgm:cxn modelId="{6EBCD0CB-9E70-4A23-BD46-9D4F928B958B}" type="presOf" srcId="{9611D39F-C755-4020-AFF8-3F46D08B7129}" destId="{B77631A6-3BF2-432C-B537-A68AC602A713}" srcOrd="0" destOrd="3" presId="urn:microsoft.com/office/officeart/2005/8/layout/hList2"/>
    <dgm:cxn modelId="{9DA515CE-45F1-44DB-B746-F839FD1BAC4C}" srcId="{42DCB190-254F-4DCF-9E0F-1B105187D0A9}" destId="{C9A062CC-41AE-4A6D-ACB0-794E8A96B6E6}" srcOrd="1" destOrd="0" parTransId="{7D18DAE7-25BD-4042-88BC-E57577706BF9}" sibTransId="{EED3A126-44E6-4204-814E-D87AE8D4FCAF}"/>
    <dgm:cxn modelId="{753ECACF-12F5-4B0F-B018-9741D1104425}" type="presOf" srcId="{40F9BC8C-CC54-4385-BC3E-D16C0C1B4CE9}" destId="{15A3713D-7B12-464A-8BC8-88F41E4300AA}" srcOrd="0" destOrd="1" presId="urn:microsoft.com/office/officeart/2005/8/layout/hList2"/>
    <dgm:cxn modelId="{90F928D8-2003-47DA-887F-14E5D3014CD4}" srcId="{AA3E8161-2AFE-4C6F-B8B3-BA64B814D8CB}" destId="{AF702902-0E7F-4B96-8B51-716A83722665}" srcOrd="6" destOrd="0" parTransId="{EC1ECB25-9BD7-4AD2-8D6C-59EDF541086A}" sibTransId="{056C0F1C-CFB6-44EF-BAF4-30263384F17A}"/>
    <dgm:cxn modelId="{E0F5C4D9-1306-412D-81FA-3969C0FDBB1F}" srcId="{42DCB190-254F-4DCF-9E0F-1B105187D0A9}" destId="{ECAAF99B-D5C4-4B91-ACE1-ACD9FCA8714B}" srcOrd="2" destOrd="0" parTransId="{AADDD1CA-077E-42B3-86EC-3AAFC31520BE}" sibTransId="{E499B7AD-6B45-4860-B7ED-45243C261D78}"/>
    <dgm:cxn modelId="{0CF3DADD-90FD-48CF-B0EA-58C477FBD27A}" srcId="{E5E5CBDE-568C-4434-AD14-225C7F66D752}" destId="{0752FEB3-CD38-4730-85C6-3EFEA87FEAEA}" srcOrd="0" destOrd="0" parTransId="{5B558FF4-E1CD-4335-88D9-72FE84109768}" sibTransId="{F91A757B-5C9D-4C94-B7B2-ED66D7B7C2F6}"/>
    <dgm:cxn modelId="{1FEBF8E6-6CD8-41B6-84F5-AECBD056E442}" srcId="{0752FEB3-CD38-4730-85C6-3EFEA87FEAEA}" destId="{9611D39F-C755-4020-AFF8-3F46D08B7129}" srcOrd="3" destOrd="0" parTransId="{D80B326A-F392-4B7F-B5B7-132DC1BE22F5}" sibTransId="{8F07249C-2B29-432A-A4B0-1D98446195BB}"/>
    <dgm:cxn modelId="{44A42AE7-7E0D-470C-BDA5-88AAFDF0C3FD}" type="presOf" srcId="{0E481765-D0F3-48CE-B1E0-4E436E428A50}" destId="{B77631A6-3BF2-432C-B537-A68AC602A713}" srcOrd="0" destOrd="2" presId="urn:microsoft.com/office/officeart/2005/8/layout/hList2"/>
    <dgm:cxn modelId="{A8EC85E7-1AA6-407F-90EB-58C55E40741D}" srcId="{42DCB190-254F-4DCF-9E0F-1B105187D0A9}" destId="{63DB4B26-5E1B-4192-B457-3652FB90DCA5}" srcOrd="4" destOrd="0" parTransId="{7CF1AC5C-D6A2-4D45-86F1-CC37CCC8CE0F}" sibTransId="{41304B02-4A4C-483A-AECA-272720478849}"/>
    <dgm:cxn modelId="{03D301EE-BF44-4BEC-91DC-B5BA2C35DBCA}" srcId="{A2F9C5EE-B4A8-4385-980B-BC7B19A5F1A1}" destId="{40F9BC8C-CC54-4385-BC3E-D16C0C1B4CE9}" srcOrd="1" destOrd="0" parTransId="{D1B7D934-4B88-4B01-A713-2B4198C1FD6F}" sibTransId="{A88CFC6B-3346-4A8C-9754-86C817E96A08}"/>
    <dgm:cxn modelId="{D8AA47FD-570A-47E1-AA21-ED51A4E5CB7C}" type="presOf" srcId="{C9A062CC-41AE-4A6D-ACB0-794E8A96B6E6}" destId="{8745CD4D-CA28-470B-94BC-BC57A40DDF84}" srcOrd="0" destOrd="1" presId="urn:microsoft.com/office/officeart/2005/8/layout/hList2"/>
    <dgm:cxn modelId="{482A8D73-2A39-49C6-92B6-C9BEFD29061A}" type="presParOf" srcId="{87F36F84-649E-4146-8E3B-D573D086D282}" destId="{8622A7FA-B30A-410D-926A-714938AD4C7B}" srcOrd="0" destOrd="0" presId="urn:microsoft.com/office/officeart/2005/8/layout/hList2"/>
    <dgm:cxn modelId="{CA0F7A3E-0854-40D0-A1AE-05325B1E4669}" type="presParOf" srcId="{8622A7FA-B30A-410D-926A-714938AD4C7B}" destId="{0E2B1E23-465A-4B8E-B83C-E23554BEDE24}" srcOrd="0" destOrd="0" presId="urn:microsoft.com/office/officeart/2005/8/layout/hList2"/>
    <dgm:cxn modelId="{9255C5B3-5742-49B8-9D38-2259799D578E}" type="presParOf" srcId="{8622A7FA-B30A-410D-926A-714938AD4C7B}" destId="{B77631A6-3BF2-432C-B537-A68AC602A713}" srcOrd="1" destOrd="0" presId="urn:microsoft.com/office/officeart/2005/8/layout/hList2"/>
    <dgm:cxn modelId="{10D35DE3-3827-41FB-9D1D-0F4CA9189124}" type="presParOf" srcId="{8622A7FA-B30A-410D-926A-714938AD4C7B}" destId="{6C040D3D-AADA-460D-ACCF-990D3C34E6DB}" srcOrd="2" destOrd="0" presId="urn:microsoft.com/office/officeart/2005/8/layout/hList2"/>
    <dgm:cxn modelId="{F9169AEB-7C28-4895-AAA3-34FC544EE1A8}" type="presParOf" srcId="{87F36F84-649E-4146-8E3B-D573D086D282}" destId="{CCF65FFE-47FB-43C3-91F7-716F11F8F04F}" srcOrd="1" destOrd="0" presId="urn:microsoft.com/office/officeart/2005/8/layout/hList2"/>
    <dgm:cxn modelId="{8B22652C-8A6A-492C-8AC3-3CC3713867C0}" type="presParOf" srcId="{87F36F84-649E-4146-8E3B-D573D086D282}" destId="{085248C2-77E5-4471-B398-00819573EB25}" srcOrd="2" destOrd="0" presId="urn:microsoft.com/office/officeart/2005/8/layout/hList2"/>
    <dgm:cxn modelId="{11542B64-9F42-4E0D-A58D-FF03DAAA7718}" type="presParOf" srcId="{085248C2-77E5-4471-B398-00819573EB25}" destId="{019D59A1-8361-4ED7-B77C-9F9AD9859966}" srcOrd="0" destOrd="0" presId="urn:microsoft.com/office/officeart/2005/8/layout/hList2"/>
    <dgm:cxn modelId="{83265B21-C0D7-4CB0-8478-D71DF9795F49}" type="presParOf" srcId="{085248C2-77E5-4471-B398-00819573EB25}" destId="{FF612AA1-A4C5-407C-BFD7-44E10B8F9796}" srcOrd="1" destOrd="0" presId="urn:microsoft.com/office/officeart/2005/8/layout/hList2"/>
    <dgm:cxn modelId="{7A9DBB2F-CFA9-4764-9A5E-46FD4784800E}" type="presParOf" srcId="{085248C2-77E5-4471-B398-00819573EB25}" destId="{3E28C66B-9271-4908-8107-341FA0148B2F}" srcOrd="2" destOrd="0" presId="urn:microsoft.com/office/officeart/2005/8/layout/hList2"/>
    <dgm:cxn modelId="{FFE00CBE-3D5E-4E96-8FFA-835A31C8CBA8}" type="presParOf" srcId="{87F36F84-649E-4146-8E3B-D573D086D282}" destId="{3420C61F-CF04-4A8D-8F41-96570F4ED611}" srcOrd="3" destOrd="0" presId="urn:microsoft.com/office/officeart/2005/8/layout/hList2"/>
    <dgm:cxn modelId="{86FD7CB4-5749-44CF-A1D6-B16231235AF5}" type="presParOf" srcId="{87F36F84-649E-4146-8E3B-D573D086D282}" destId="{DD771937-FDA0-410E-903D-95C95B85D005}" srcOrd="4" destOrd="0" presId="urn:microsoft.com/office/officeart/2005/8/layout/hList2"/>
    <dgm:cxn modelId="{E22ADE89-1446-4468-84E3-50F342781BFD}" type="presParOf" srcId="{DD771937-FDA0-410E-903D-95C95B85D005}" destId="{600CED6F-0D6B-4080-A6D5-6675CD096D60}" srcOrd="0" destOrd="0" presId="urn:microsoft.com/office/officeart/2005/8/layout/hList2"/>
    <dgm:cxn modelId="{411B8D18-A3AC-424F-978E-87922A6E4CA2}" type="presParOf" srcId="{DD771937-FDA0-410E-903D-95C95B85D005}" destId="{8745CD4D-CA28-470B-94BC-BC57A40DDF84}" srcOrd="1" destOrd="0" presId="urn:microsoft.com/office/officeart/2005/8/layout/hList2"/>
    <dgm:cxn modelId="{B33C19C0-AA70-4C81-9C43-A048B6C0FDA3}" type="presParOf" srcId="{DD771937-FDA0-410E-903D-95C95B85D005}" destId="{53E37866-7038-4060-B170-D9808103BDD1}" srcOrd="2" destOrd="0" presId="urn:microsoft.com/office/officeart/2005/8/layout/hList2"/>
    <dgm:cxn modelId="{B7076B86-181F-46D3-B36E-06482DF78C4A}" type="presParOf" srcId="{87F36F84-649E-4146-8E3B-D573D086D282}" destId="{BA636E83-15E7-4BB9-8559-EC252E8B3364}" srcOrd="5" destOrd="0" presId="urn:microsoft.com/office/officeart/2005/8/layout/hList2"/>
    <dgm:cxn modelId="{CF37891D-0C26-43CF-8789-AC7006559451}" type="presParOf" srcId="{87F36F84-649E-4146-8E3B-D573D086D282}" destId="{209B0AFB-DC52-4A9E-AC2C-ED60C8F20F5C}" srcOrd="6" destOrd="0" presId="urn:microsoft.com/office/officeart/2005/8/layout/hList2"/>
    <dgm:cxn modelId="{D1EA9DDA-D739-4DD8-B3A2-CD02CFF4157F}" type="presParOf" srcId="{209B0AFB-DC52-4A9E-AC2C-ED60C8F20F5C}" destId="{46444B4B-B5CA-4F0C-B679-E5400BDD5E62}" srcOrd="0" destOrd="0" presId="urn:microsoft.com/office/officeart/2005/8/layout/hList2"/>
    <dgm:cxn modelId="{FC434C7D-A03B-4E38-A9DC-5F4494C8A79C}" type="presParOf" srcId="{209B0AFB-DC52-4A9E-AC2C-ED60C8F20F5C}" destId="{15A3713D-7B12-464A-8BC8-88F41E4300AA}" srcOrd="1" destOrd="0" presId="urn:microsoft.com/office/officeart/2005/8/layout/hList2"/>
    <dgm:cxn modelId="{F1342E7D-D9D3-4FCF-9EA4-9B413E18A075}" type="presParOf" srcId="{209B0AFB-DC52-4A9E-AC2C-ED60C8F20F5C}" destId="{04068DF2-D2FA-45BD-B896-6C67B48F04E8}" srcOrd="2" destOrd="0" presId="urn:microsoft.com/office/officeart/2005/8/layout/hList2"/>
  </dgm:cxnLst>
  <dgm:bg>
    <a:noFill/>
  </dgm:bg>
  <dgm:whole/>
  <dgm:extLst>
    <a:ext uri="http://schemas.microsoft.com/office/drawing/2008/diagram">
      <dsp:dataModelExt xmlns:dsp="http://schemas.microsoft.com/office/drawing/2008/diagram" relId="rId14"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5E5CBDE-568C-4434-AD14-225C7F66D752}" type="doc">
      <dgm:prSet loTypeId="urn:microsoft.com/office/officeart/2005/8/layout/hList2" loCatId="list" qsTypeId="urn:microsoft.com/office/officeart/2005/8/quickstyle/simple1" qsCatId="simple" csTypeId="urn:microsoft.com/office/officeart/2005/8/colors/accent4_2" csCatId="accent4" phldr="1"/>
      <dgm:spPr/>
    </dgm:pt>
    <dgm:pt modelId="{E4C09C08-9209-4F34-A3C4-D4222C6F8C05}">
      <dgm:prSet phldrT="[Text]"/>
      <dgm:spPr/>
      <dgm:t>
        <a:bodyPr/>
        <a:lstStyle/>
        <a:p>
          <a:r>
            <a:rPr lang="en-US" dirty="0"/>
            <a:t>Provide, maintain and improve services</a:t>
          </a:r>
        </a:p>
      </dgm:t>
    </dgm:pt>
    <dgm:pt modelId="{13A5C538-29FF-40C9-B6C5-4CB69D649C50}" type="parTrans" cxnId="{77749CE3-3034-46A4-B1D8-2A0DD2113DDC}">
      <dgm:prSet/>
      <dgm:spPr/>
      <dgm:t>
        <a:bodyPr/>
        <a:lstStyle/>
        <a:p>
          <a:endParaRPr lang="en-US"/>
        </a:p>
      </dgm:t>
    </dgm:pt>
    <dgm:pt modelId="{9128703F-B887-43BF-ADE0-D12BC50A6280}" type="sibTrans" cxnId="{77749CE3-3034-46A4-B1D8-2A0DD2113DDC}">
      <dgm:prSet/>
      <dgm:spPr/>
      <dgm:t>
        <a:bodyPr/>
        <a:lstStyle/>
        <a:p>
          <a:endParaRPr lang="en-US"/>
        </a:p>
      </dgm:t>
    </dgm:pt>
    <dgm:pt modelId="{0752FEB3-CD38-4730-85C6-3EFEA87FEAEA}">
      <dgm:prSet phldrT="[Text]"/>
      <dgm:spPr/>
      <dgm:t>
        <a:bodyPr/>
        <a:lstStyle/>
        <a:p>
          <a:r>
            <a:rPr lang="en-US" dirty="0"/>
            <a:t>To develop new services</a:t>
          </a:r>
        </a:p>
      </dgm:t>
    </dgm:pt>
    <dgm:pt modelId="{5B558FF4-E1CD-4335-88D9-72FE84109768}" type="parTrans" cxnId="{0CF3DADD-90FD-48CF-B0EA-58C477FBD27A}">
      <dgm:prSet/>
      <dgm:spPr/>
      <dgm:t>
        <a:bodyPr/>
        <a:lstStyle/>
        <a:p>
          <a:endParaRPr lang="en-US"/>
        </a:p>
      </dgm:t>
    </dgm:pt>
    <dgm:pt modelId="{F91A757B-5C9D-4C94-B7B2-ED66D7B7C2F6}" type="sibTrans" cxnId="{0CF3DADD-90FD-48CF-B0EA-58C477FBD27A}">
      <dgm:prSet/>
      <dgm:spPr/>
      <dgm:t>
        <a:bodyPr/>
        <a:lstStyle/>
        <a:p>
          <a:endParaRPr lang="en-US"/>
        </a:p>
      </dgm:t>
    </dgm:pt>
    <dgm:pt modelId="{42DCB190-254F-4DCF-9E0F-1B105187D0A9}">
      <dgm:prSet phldrT="[Text]"/>
      <dgm:spPr/>
      <dgm:t>
        <a:bodyPr/>
        <a:lstStyle/>
        <a:p>
          <a:r>
            <a:rPr lang="en-US" dirty="0"/>
            <a:t>Providing personalized services tailored to user’s preferences</a:t>
          </a:r>
        </a:p>
      </dgm:t>
    </dgm:pt>
    <dgm:pt modelId="{CC154A6F-93B9-4772-9429-0654793F88F4}" type="parTrans" cxnId="{851BEF50-FF15-4F58-9E61-5CBDD975884D}">
      <dgm:prSet/>
      <dgm:spPr/>
      <dgm:t>
        <a:bodyPr/>
        <a:lstStyle/>
        <a:p>
          <a:endParaRPr lang="en-US"/>
        </a:p>
      </dgm:t>
    </dgm:pt>
    <dgm:pt modelId="{A3D4F856-74C9-4B93-9D98-8B16092E4D36}" type="sibTrans" cxnId="{851BEF50-FF15-4F58-9E61-5CBDD975884D}">
      <dgm:prSet/>
      <dgm:spPr/>
      <dgm:t>
        <a:bodyPr/>
        <a:lstStyle/>
        <a:p>
          <a:endParaRPr lang="en-US"/>
        </a:p>
      </dgm:t>
    </dgm:pt>
    <dgm:pt modelId="{61858C18-6CA8-49B0-9259-8C2CDBBAE8BB}">
      <dgm:prSet/>
      <dgm:spPr>
        <a:solidFill>
          <a:schemeClr val="tx2">
            <a:lumMod val="20000"/>
            <a:lumOff val="80000"/>
          </a:schemeClr>
        </a:solidFill>
      </dgm:spPr>
      <dgm:t>
        <a:bodyPr/>
        <a:lstStyle/>
        <a:p>
          <a:pPr>
            <a:buFont typeface="Arial" panose="020B0604020202020204" pitchFamily="34" charset="0"/>
            <a:buChar char="•"/>
          </a:pPr>
          <a:r>
            <a:rPr lang="en-US" dirty="0">
              <a:solidFill>
                <a:schemeClr val="tx1"/>
              </a:solidFill>
            </a:rPr>
            <a:t>Data enables core service functionalities like processing search queries</a:t>
          </a:r>
        </a:p>
      </dgm:t>
    </dgm:pt>
    <dgm:pt modelId="{F0BEB351-3551-43F1-B7D6-60F5C7007D7E}" type="parTrans" cxnId="{B9F1B428-CA6B-46A2-9216-76576AA4E3FB}">
      <dgm:prSet/>
      <dgm:spPr/>
      <dgm:t>
        <a:bodyPr/>
        <a:lstStyle/>
        <a:p>
          <a:endParaRPr lang="en-US"/>
        </a:p>
      </dgm:t>
    </dgm:pt>
    <dgm:pt modelId="{F94D2A25-60B1-411C-9FED-C5B9441EE8EE}" type="sibTrans" cxnId="{B9F1B428-CA6B-46A2-9216-76576AA4E3FB}">
      <dgm:prSet/>
      <dgm:spPr/>
      <dgm:t>
        <a:bodyPr/>
        <a:lstStyle/>
        <a:p>
          <a:endParaRPr lang="en-US"/>
        </a:p>
      </dgm:t>
    </dgm:pt>
    <dgm:pt modelId="{D9C4FA7C-9217-415B-801D-8C93897D6EF3}">
      <dgm:prSet/>
      <dgm:spPr>
        <a:solidFill>
          <a:schemeClr val="tx2">
            <a:lumMod val="20000"/>
            <a:lumOff val="80000"/>
          </a:schemeClr>
        </a:solidFill>
      </dgm:spPr>
      <dgm:t>
        <a:bodyPr/>
        <a:lstStyle/>
        <a:p>
          <a:r>
            <a:rPr lang="en-US">
              <a:solidFill>
                <a:schemeClr val="tx1"/>
              </a:solidFill>
            </a:rPr>
            <a:t>It powers complex capabilities like improving spell-check and language models</a:t>
          </a:r>
          <a:endParaRPr lang="en-US" dirty="0">
            <a:solidFill>
              <a:schemeClr val="tx1"/>
            </a:solidFill>
          </a:endParaRPr>
        </a:p>
      </dgm:t>
    </dgm:pt>
    <dgm:pt modelId="{B928950D-8CDA-47A9-8DF6-3DAB5539C66C}" type="parTrans" cxnId="{A69D7922-06E6-4249-B76F-6804B7736ABD}">
      <dgm:prSet/>
      <dgm:spPr/>
      <dgm:t>
        <a:bodyPr/>
        <a:lstStyle/>
        <a:p>
          <a:endParaRPr lang="en-US"/>
        </a:p>
      </dgm:t>
    </dgm:pt>
    <dgm:pt modelId="{D6F9EBC2-EB76-4C6D-BE54-E3F6D619E8E5}" type="sibTrans" cxnId="{A69D7922-06E6-4249-B76F-6804B7736ABD}">
      <dgm:prSet/>
      <dgm:spPr/>
      <dgm:t>
        <a:bodyPr/>
        <a:lstStyle/>
        <a:p>
          <a:endParaRPr lang="en-US"/>
        </a:p>
      </dgm:t>
    </dgm:pt>
    <dgm:pt modelId="{ACBBFE8D-61DE-4023-90B4-4FF2769D0CF5}">
      <dgm:prSet/>
      <dgm:spPr>
        <a:solidFill>
          <a:schemeClr val="tx2">
            <a:lumMod val="20000"/>
            <a:lumOff val="80000"/>
          </a:schemeClr>
        </a:solidFill>
      </dgm:spPr>
      <dgm:t>
        <a:bodyPr/>
        <a:lstStyle/>
        <a:p>
          <a:r>
            <a:rPr lang="en-US">
              <a:solidFill>
                <a:schemeClr val="tx1"/>
              </a:solidFill>
            </a:rPr>
            <a:t>Analyzing usage data helps Google continuously improve user experiences</a:t>
          </a:r>
          <a:endParaRPr lang="en-US" dirty="0">
            <a:solidFill>
              <a:schemeClr val="tx1"/>
            </a:solidFill>
          </a:endParaRPr>
        </a:p>
      </dgm:t>
    </dgm:pt>
    <dgm:pt modelId="{EA4E31FA-548D-4C4A-BAEA-28F5D473090B}" type="parTrans" cxnId="{A42CF490-4A98-4134-972A-8D2C789BD77F}">
      <dgm:prSet/>
      <dgm:spPr/>
      <dgm:t>
        <a:bodyPr/>
        <a:lstStyle/>
        <a:p>
          <a:endParaRPr lang="en-US"/>
        </a:p>
      </dgm:t>
    </dgm:pt>
    <dgm:pt modelId="{74BBFA69-CA78-4487-95DA-D628412C30AD}" type="sibTrans" cxnId="{A42CF490-4A98-4134-972A-8D2C789BD77F}">
      <dgm:prSet/>
      <dgm:spPr/>
      <dgm:t>
        <a:bodyPr/>
        <a:lstStyle/>
        <a:p>
          <a:endParaRPr lang="en-US"/>
        </a:p>
      </dgm:t>
    </dgm:pt>
    <dgm:pt modelId="{EE7539B1-044F-44E1-AD94-0100E6FA2701}">
      <dgm:prSet/>
      <dgm:spPr>
        <a:solidFill>
          <a:schemeClr val="tx2">
            <a:lumMod val="20000"/>
            <a:lumOff val="80000"/>
          </a:schemeClr>
        </a:solidFill>
      </dgm:spPr>
      <dgm:t>
        <a:bodyPr/>
        <a:lstStyle/>
        <a:p>
          <a:pPr>
            <a:buFont typeface="Arial" panose="020B0604020202020204" pitchFamily="34" charset="0"/>
            <a:buChar char="•"/>
          </a:pPr>
          <a:r>
            <a:rPr lang="en-US">
              <a:solidFill>
                <a:schemeClr val="tx1"/>
              </a:solidFill>
            </a:rPr>
            <a:t>User data and historical interactions provide insights for innovative offerings</a:t>
          </a:r>
          <a:endParaRPr lang="en-US" dirty="0">
            <a:solidFill>
              <a:schemeClr val="tx1"/>
            </a:solidFill>
          </a:endParaRPr>
        </a:p>
      </dgm:t>
    </dgm:pt>
    <dgm:pt modelId="{2A32A347-2A5B-4780-83A6-F72E3D689E60}" type="parTrans" cxnId="{6FCE9289-06CC-41E5-98DE-4CF15B356584}">
      <dgm:prSet/>
      <dgm:spPr/>
      <dgm:t>
        <a:bodyPr/>
        <a:lstStyle/>
        <a:p>
          <a:endParaRPr lang="en-US"/>
        </a:p>
      </dgm:t>
    </dgm:pt>
    <dgm:pt modelId="{1C93303C-C9BD-4BFE-A60F-59DF3E32FF41}" type="sibTrans" cxnId="{6FCE9289-06CC-41E5-98DE-4CF15B356584}">
      <dgm:prSet/>
      <dgm:spPr/>
      <dgm:t>
        <a:bodyPr/>
        <a:lstStyle/>
        <a:p>
          <a:endParaRPr lang="en-US"/>
        </a:p>
      </dgm:t>
    </dgm:pt>
    <dgm:pt modelId="{334FBEDF-2D58-4714-AA0A-5C7B0D6C4D31}">
      <dgm:prSet/>
      <dgm:spPr>
        <a:solidFill>
          <a:schemeClr val="tx2">
            <a:lumMod val="20000"/>
            <a:lumOff val="80000"/>
          </a:schemeClr>
        </a:solidFill>
      </dgm:spPr>
      <dgm:t>
        <a:bodyPr/>
        <a:lstStyle/>
        <a:p>
          <a:r>
            <a:rPr lang="en-US" dirty="0">
              <a:solidFill>
                <a:schemeClr val="tx1"/>
              </a:solidFill>
            </a:rPr>
            <a:t>For example, understanding photo organization behavior in Picasa shaped Google Photos</a:t>
          </a:r>
        </a:p>
      </dgm:t>
    </dgm:pt>
    <dgm:pt modelId="{0FC85F47-72DC-4E17-9BDE-40178CD4E9E8}" type="parTrans" cxnId="{6B539BC5-F713-4407-B252-3D4AAE0CAB3C}">
      <dgm:prSet/>
      <dgm:spPr/>
      <dgm:t>
        <a:bodyPr/>
        <a:lstStyle/>
        <a:p>
          <a:endParaRPr lang="en-US"/>
        </a:p>
      </dgm:t>
    </dgm:pt>
    <dgm:pt modelId="{20A56DF9-0FFC-4119-8654-CB421F64DDC4}" type="sibTrans" cxnId="{6B539BC5-F713-4407-B252-3D4AAE0CAB3C}">
      <dgm:prSet/>
      <dgm:spPr/>
      <dgm:t>
        <a:bodyPr/>
        <a:lstStyle/>
        <a:p>
          <a:endParaRPr lang="en-US"/>
        </a:p>
      </dgm:t>
    </dgm:pt>
    <dgm:pt modelId="{B693A036-DF85-4EE2-A674-D0ED7BDE2ACF}">
      <dgm:prSet/>
      <dgm:spPr>
        <a:solidFill>
          <a:schemeClr val="tx2">
            <a:lumMod val="20000"/>
            <a:lumOff val="80000"/>
          </a:schemeClr>
        </a:solidFill>
      </dgm:spPr>
      <dgm:t>
        <a:bodyPr/>
        <a:lstStyle/>
        <a:p>
          <a:pPr>
            <a:buFont typeface="Arial" panose="020B0604020202020204" pitchFamily="34" charset="0"/>
            <a:buChar char="•"/>
          </a:pPr>
          <a:r>
            <a:rPr lang="en-US">
              <a:solidFill>
                <a:schemeClr val="tx1"/>
              </a:solidFill>
            </a:rPr>
            <a:t>Data allows Google to tailor services to users' preferences and interests</a:t>
          </a:r>
          <a:endParaRPr lang="en-US" dirty="0">
            <a:solidFill>
              <a:schemeClr val="tx1"/>
            </a:solidFill>
          </a:endParaRPr>
        </a:p>
      </dgm:t>
    </dgm:pt>
    <dgm:pt modelId="{A446F154-A702-42D5-ACD4-79CFE5A70324}" type="parTrans" cxnId="{DD4292A8-B201-4B12-ACA9-64993561A199}">
      <dgm:prSet/>
      <dgm:spPr/>
      <dgm:t>
        <a:bodyPr/>
        <a:lstStyle/>
        <a:p>
          <a:endParaRPr lang="en-US"/>
        </a:p>
      </dgm:t>
    </dgm:pt>
    <dgm:pt modelId="{5A952A50-9D9A-44FF-8143-1293E4F1DDAE}" type="sibTrans" cxnId="{DD4292A8-B201-4B12-ACA9-64993561A199}">
      <dgm:prSet/>
      <dgm:spPr/>
      <dgm:t>
        <a:bodyPr/>
        <a:lstStyle/>
        <a:p>
          <a:endParaRPr lang="en-US"/>
        </a:p>
      </dgm:t>
    </dgm:pt>
    <dgm:pt modelId="{6E4CE472-2BB2-4543-9B30-21F546ED4F40}">
      <dgm:prSet/>
      <dgm:spPr>
        <a:solidFill>
          <a:schemeClr val="tx2">
            <a:lumMod val="20000"/>
            <a:lumOff val="80000"/>
          </a:schemeClr>
        </a:solidFill>
      </dgm:spPr>
      <dgm:t>
        <a:bodyPr/>
        <a:lstStyle/>
        <a:p>
          <a:r>
            <a:rPr lang="en-US" dirty="0">
              <a:solidFill>
                <a:schemeClr val="tx1"/>
              </a:solidFill>
            </a:rPr>
            <a:t>This includes personalized recommendations, search results, and tailored advertising</a:t>
          </a:r>
        </a:p>
      </dgm:t>
    </dgm:pt>
    <dgm:pt modelId="{ABC0EAFB-5545-464E-95E4-600A93ABC845}" type="parTrans" cxnId="{1517C7CC-13B6-4451-8CE8-9E7C13DF1851}">
      <dgm:prSet/>
      <dgm:spPr/>
      <dgm:t>
        <a:bodyPr/>
        <a:lstStyle/>
        <a:p>
          <a:endParaRPr lang="en-US"/>
        </a:p>
      </dgm:t>
    </dgm:pt>
    <dgm:pt modelId="{EEAA19BA-0E23-4749-B59E-5EC17ADC5537}" type="sibTrans" cxnId="{1517C7CC-13B6-4451-8CE8-9E7C13DF1851}">
      <dgm:prSet/>
      <dgm:spPr/>
      <dgm:t>
        <a:bodyPr/>
        <a:lstStyle/>
        <a:p>
          <a:endParaRPr lang="en-US"/>
        </a:p>
      </dgm:t>
    </dgm:pt>
    <dgm:pt modelId="{6355C7EE-7303-41DC-9ADA-5142DD557298}">
      <dgm:prSet/>
      <dgm:spPr>
        <a:solidFill>
          <a:schemeClr val="tx2">
            <a:lumMod val="20000"/>
            <a:lumOff val="80000"/>
          </a:schemeClr>
        </a:solidFill>
      </dgm:spPr>
      <dgm:t>
        <a:bodyPr/>
        <a:lstStyle/>
        <a:p>
          <a:r>
            <a:rPr lang="en-US">
              <a:solidFill>
                <a:schemeClr val="tx1"/>
              </a:solidFill>
            </a:rPr>
            <a:t>Like suggesting new apps on Google Play based on your existing app library</a:t>
          </a:r>
          <a:endParaRPr lang="en-US" dirty="0">
            <a:solidFill>
              <a:schemeClr val="tx1"/>
            </a:solidFill>
          </a:endParaRPr>
        </a:p>
      </dgm:t>
    </dgm:pt>
    <dgm:pt modelId="{0DF41ACF-A327-4EE8-AE35-8DC01607C781}" type="parTrans" cxnId="{31EBCB8E-A4D7-4B91-B6D6-C751ABD955EE}">
      <dgm:prSet/>
      <dgm:spPr/>
      <dgm:t>
        <a:bodyPr/>
        <a:lstStyle/>
        <a:p>
          <a:endParaRPr lang="en-US"/>
        </a:p>
      </dgm:t>
    </dgm:pt>
    <dgm:pt modelId="{E2439AD8-9073-42DB-9569-8184626C3B48}" type="sibTrans" cxnId="{31EBCB8E-A4D7-4B91-B6D6-C751ABD955EE}">
      <dgm:prSet/>
      <dgm:spPr/>
      <dgm:t>
        <a:bodyPr/>
        <a:lstStyle/>
        <a:p>
          <a:endParaRPr lang="en-US"/>
        </a:p>
      </dgm:t>
    </dgm:pt>
    <dgm:pt modelId="{A70F5B18-D1ED-45EB-8AC9-749B81F1CD1F}">
      <dgm:prSet/>
      <dgm:spPr>
        <a:solidFill>
          <a:schemeClr val="tx2">
            <a:lumMod val="20000"/>
            <a:lumOff val="80000"/>
          </a:schemeClr>
        </a:solidFill>
      </dgm:spPr>
      <dgm:t>
        <a:bodyPr/>
        <a:lstStyle/>
        <a:p>
          <a:pPr>
            <a:buFont typeface="Arial" panose="020B0604020202020204" pitchFamily="34" charset="0"/>
            <a:buChar char="•"/>
          </a:pPr>
          <a:endParaRPr lang="en-US" dirty="0">
            <a:solidFill>
              <a:schemeClr val="tx1"/>
            </a:solidFill>
          </a:endParaRPr>
        </a:p>
      </dgm:t>
    </dgm:pt>
    <dgm:pt modelId="{EE349FB2-83B3-4BFE-942D-72EDAA7FF968}" type="parTrans" cxnId="{9371F1FA-C693-45D2-A93E-8C1D140897C6}">
      <dgm:prSet/>
      <dgm:spPr/>
      <dgm:t>
        <a:bodyPr/>
        <a:lstStyle/>
        <a:p>
          <a:endParaRPr lang="en-US"/>
        </a:p>
      </dgm:t>
    </dgm:pt>
    <dgm:pt modelId="{3EAE803F-8C17-47A4-A2DA-BF4A84C356ED}" type="sibTrans" cxnId="{9371F1FA-C693-45D2-A93E-8C1D140897C6}">
      <dgm:prSet/>
      <dgm:spPr/>
      <dgm:t>
        <a:bodyPr/>
        <a:lstStyle/>
        <a:p>
          <a:endParaRPr lang="en-US"/>
        </a:p>
      </dgm:t>
    </dgm:pt>
    <dgm:pt modelId="{7D45E63C-3B98-4822-A453-127B47B32BEE}">
      <dgm:prSet/>
      <dgm:spPr>
        <a:solidFill>
          <a:schemeClr val="tx2">
            <a:lumMod val="20000"/>
            <a:lumOff val="80000"/>
          </a:schemeClr>
        </a:solidFill>
      </dgm:spPr>
      <dgm:t>
        <a:bodyPr/>
        <a:lstStyle/>
        <a:p>
          <a:endParaRPr lang="en-US" dirty="0">
            <a:solidFill>
              <a:schemeClr val="tx1"/>
            </a:solidFill>
          </a:endParaRPr>
        </a:p>
      </dgm:t>
    </dgm:pt>
    <dgm:pt modelId="{8CA924D9-C837-4700-8DA8-EECC2179A40B}" type="parTrans" cxnId="{00D35B11-A741-4948-B36C-026F47173BE1}">
      <dgm:prSet/>
      <dgm:spPr/>
      <dgm:t>
        <a:bodyPr/>
        <a:lstStyle/>
        <a:p>
          <a:endParaRPr lang="en-US"/>
        </a:p>
      </dgm:t>
    </dgm:pt>
    <dgm:pt modelId="{8FF1B12F-3F33-40D2-87D9-9A84077ACA27}" type="sibTrans" cxnId="{00D35B11-A741-4948-B36C-026F47173BE1}">
      <dgm:prSet/>
      <dgm:spPr/>
      <dgm:t>
        <a:bodyPr/>
        <a:lstStyle/>
        <a:p>
          <a:endParaRPr lang="en-US"/>
        </a:p>
      </dgm:t>
    </dgm:pt>
    <dgm:pt modelId="{8E7F448C-1278-460D-BA68-86975A49C69E}">
      <dgm:prSet/>
      <dgm:spPr>
        <a:solidFill>
          <a:schemeClr val="tx2">
            <a:lumMod val="20000"/>
            <a:lumOff val="80000"/>
          </a:schemeClr>
        </a:solidFill>
      </dgm:spPr>
      <dgm:t>
        <a:bodyPr/>
        <a:lstStyle/>
        <a:p>
          <a:pPr>
            <a:buFont typeface="Arial" panose="020B0604020202020204" pitchFamily="34" charset="0"/>
            <a:buChar char="•"/>
          </a:pPr>
          <a:endParaRPr lang="en-US" dirty="0">
            <a:solidFill>
              <a:schemeClr val="tx1"/>
            </a:solidFill>
          </a:endParaRPr>
        </a:p>
      </dgm:t>
    </dgm:pt>
    <dgm:pt modelId="{30C00F52-EA34-4DCA-81ED-2CDA96A3D62C}" type="parTrans" cxnId="{B15FA307-F9D5-4A2D-8B96-35278DB24B3F}">
      <dgm:prSet/>
      <dgm:spPr/>
      <dgm:t>
        <a:bodyPr/>
        <a:lstStyle/>
        <a:p>
          <a:endParaRPr lang="en-US"/>
        </a:p>
      </dgm:t>
    </dgm:pt>
    <dgm:pt modelId="{922CEA7F-5518-456F-8601-5D2966B98116}" type="sibTrans" cxnId="{B15FA307-F9D5-4A2D-8B96-35278DB24B3F}">
      <dgm:prSet/>
      <dgm:spPr/>
      <dgm:t>
        <a:bodyPr/>
        <a:lstStyle/>
        <a:p>
          <a:endParaRPr lang="en-US"/>
        </a:p>
      </dgm:t>
    </dgm:pt>
    <dgm:pt modelId="{34667507-4798-4DA1-AFC6-A7F24EBD8937}">
      <dgm:prSet/>
      <dgm:spPr>
        <a:solidFill>
          <a:schemeClr val="tx2">
            <a:lumMod val="20000"/>
            <a:lumOff val="80000"/>
          </a:schemeClr>
        </a:solidFill>
      </dgm:spPr>
      <dgm:t>
        <a:bodyPr/>
        <a:lstStyle/>
        <a:p>
          <a:pPr>
            <a:buFont typeface="Arial" panose="020B0604020202020204" pitchFamily="34" charset="0"/>
            <a:buChar char="•"/>
          </a:pPr>
          <a:endParaRPr lang="en-US" dirty="0">
            <a:solidFill>
              <a:schemeClr val="tx1"/>
            </a:solidFill>
          </a:endParaRPr>
        </a:p>
      </dgm:t>
    </dgm:pt>
    <dgm:pt modelId="{86AC485C-7332-4A88-8152-B73A62170FB5}" type="parTrans" cxnId="{C3166B19-3AFB-49CD-972D-27EEFAB6B027}">
      <dgm:prSet/>
      <dgm:spPr/>
      <dgm:t>
        <a:bodyPr/>
        <a:lstStyle/>
        <a:p>
          <a:endParaRPr lang="en-US"/>
        </a:p>
      </dgm:t>
    </dgm:pt>
    <dgm:pt modelId="{58C38E08-281F-44D1-948E-A3F6002FA7F5}" type="sibTrans" cxnId="{C3166B19-3AFB-49CD-972D-27EEFAB6B027}">
      <dgm:prSet/>
      <dgm:spPr/>
      <dgm:t>
        <a:bodyPr/>
        <a:lstStyle/>
        <a:p>
          <a:endParaRPr lang="en-US"/>
        </a:p>
      </dgm:t>
    </dgm:pt>
    <dgm:pt modelId="{A59E0EB1-821D-4C16-AAD8-BBE5DBDD3C89}">
      <dgm:prSet/>
      <dgm:spPr>
        <a:solidFill>
          <a:schemeClr val="tx2">
            <a:lumMod val="20000"/>
            <a:lumOff val="80000"/>
          </a:schemeClr>
        </a:solidFill>
      </dgm:spPr>
      <dgm:t>
        <a:bodyPr/>
        <a:lstStyle/>
        <a:p>
          <a:endParaRPr lang="en-US" dirty="0">
            <a:solidFill>
              <a:schemeClr val="tx1"/>
            </a:solidFill>
          </a:endParaRPr>
        </a:p>
      </dgm:t>
    </dgm:pt>
    <dgm:pt modelId="{91E0B32A-7904-4334-9414-D44FC78F51A0}" type="parTrans" cxnId="{446AD3F6-A33A-4274-B00A-CB74765453F5}">
      <dgm:prSet/>
      <dgm:spPr/>
      <dgm:t>
        <a:bodyPr/>
        <a:lstStyle/>
        <a:p>
          <a:endParaRPr lang="en-US"/>
        </a:p>
      </dgm:t>
    </dgm:pt>
    <dgm:pt modelId="{A2DC5400-241E-44F0-82B3-7BC4D49F6ED6}" type="sibTrans" cxnId="{446AD3F6-A33A-4274-B00A-CB74765453F5}">
      <dgm:prSet/>
      <dgm:spPr/>
      <dgm:t>
        <a:bodyPr/>
        <a:lstStyle/>
        <a:p>
          <a:endParaRPr lang="en-US"/>
        </a:p>
      </dgm:t>
    </dgm:pt>
    <dgm:pt modelId="{22B5E719-E324-4FF7-8391-F1E56D3BE2FF}" type="pres">
      <dgm:prSet presAssocID="{E5E5CBDE-568C-4434-AD14-225C7F66D752}" presName="linearFlow" presStyleCnt="0">
        <dgm:presLayoutVars>
          <dgm:dir/>
          <dgm:animLvl val="lvl"/>
          <dgm:resizeHandles/>
        </dgm:presLayoutVars>
      </dgm:prSet>
      <dgm:spPr/>
    </dgm:pt>
    <dgm:pt modelId="{E5CC4623-AA28-4690-A862-C40E4C5E99A9}" type="pres">
      <dgm:prSet presAssocID="{E4C09C08-9209-4F34-A3C4-D4222C6F8C05}" presName="compositeNode" presStyleCnt="0">
        <dgm:presLayoutVars>
          <dgm:bulletEnabled val="1"/>
        </dgm:presLayoutVars>
      </dgm:prSet>
      <dgm:spPr/>
    </dgm:pt>
    <dgm:pt modelId="{BC0C71F7-7478-412F-B5A1-BEE3BDAA9A56}" type="pres">
      <dgm:prSet presAssocID="{E4C09C08-9209-4F34-A3C4-D4222C6F8C05}" presName="imag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1000" b="-1000"/>
          </a:stretch>
        </a:blipFill>
      </dgm:spPr>
      <dgm:extLst>
        <a:ext uri="{E40237B7-FDA0-4F09-8148-C483321AD2D9}">
          <dgm14:cNvPr xmlns:dgm14="http://schemas.microsoft.com/office/drawing/2010/diagram" id="0" name="" descr="Woman holding a laptop"/>
        </a:ext>
      </dgm:extLst>
    </dgm:pt>
    <dgm:pt modelId="{D318303E-BC78-4C10-A5E0-D8C3FE601B95}" type="pres">
      <dgm:prSet presAssocID="{E4C09C08-9209-4F34-A3C4-D4222C6F8C05}" presName="childNode" presStyleLbl="node1" presStyleIdx="0" presStyleCnt="3">
        <dgm:presLayoutVars>
          <dgm:bulletEnabled val="1"/>
        </dgm:presLayoutVars>
      </dgm:prSet>
      <dgm:spPr/>
    </dgm:pt>
    <dgm:pt modelId="{A4F1B925-1CB4-465C-BA44-CBB57CA13A88}" type="pres">
      <dgm:prSet presAssocID="{E4C09C08-9209-4F34-A3C4-D4222C6F8C05}" presName="parentNode" presStyleLbl="revTx" presStyleIdx="0" presStyleCnt="3">
        <dgm:presLayoutVars>
          <dgm:chMax val="0"/>
          <dgm:bulletEnabled val="1"/>
        </dgm:presLayoutVars>
      </dgm:prSet>
      <dgm:spPr/>
    </dgm:pt>
    <dgm:pt modelId="{FA29E56E-942D-4A55-BD6D-C1431A678480}" type="pres">
      <dgm:prSet presAssocID="{9128703F-B887-43BF-ADE0-D12BC50A6280}" presName="sibTrans" presStyleCnt="0"/>
      <dgm:spPr/>
    </dgm:pt>
    <dgm:pt modelId="{891B2114-0BFC-467C-8B5E-CDD4338E55DB}" type="pres">
      <dgm:prSet presAssocID="{0752FEB3-CD38-4730-85C6-3EFEA87FEAEA}" presName="compositeNode" presStyleCnt="0">
        <dgm:presLayoutVars>
          <dgm:bulletEnabled val="1"/>
        </dgm:presLayoutVars>
      </dgm:prSet>
      <dgm:spPr/>
    </dgm:pt>
    <dgm:pt modelId="{EA5FA1EF-7CDE-4D6E-98D0-82853EB9A1F6}" type="pres">
      <dgm:prSet presAssocID="{0752FEB3-CD38-4730-85C6-3EFEA87FEAEA}" presName="image" presStyleLbl="fgImgPlac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aptop with phone and calculator"/>
        </a:ext>
      </dgm:extLst>
    </dgm:pt>
    <dgm:pt modelId="{3521E46F-92DB-4152-9081-CB6ABC7FCCBA}" type="pres">
      <dgm:prSet presAssocID="{0752FEB3-CD38-4730-85C6-3EFEA87FEAEA}" presName="childNode" presStyleLbl="node1" presStyleIdx="1" presStyleCnt="3">
        <dgm:presLayoutVars>
          <dgm:bulletEnabled val="1"/>
        </dgm:presLayoutVars>
      </dgm:prSet>
      <dgm:spPr/>
    </dgm:pt>
    <dgm:pt modelId="{8C821D49-5922-415C-B243-0F335956CF74}" type="pres">
      <dgm:prSet presAssocID="{0752FEB3-CD38-4730-85C6-3EFEA87FEAEA}" presName="parentNode" presStyleLbl="revTx" presStyleIdx="1" presStyleCnt="3">
        <dgm:presLayoutVars>
          <dgm:chMax val="0"/>
          <dgm:bulletEnabled val="1"/>
        </dgm:presLayoutVars>
      </dgm:prSet>
      <dgm:spPr/>
    </dgm:pt>
    <dgm:pt modelId="{C4885CF7-0210-425D-B190-B034F3B4EF9B}" type="pres">
      <dgm:prSet presAssocID="{F91A757B-5C9D-4C94-B7B2-ED66D7B7C2F6}" presName="sibTrans" presStyleCnt="0"/>
      <dgm:spPr/>
    </dgm:pt>
    <dgm:pt modelId="{B0D96094-74D5-49DA-A473-1F52DC2A3237}" type="pres">
      <dgm:prSet presAssocID="{42DCB190-254F-4DCF-9E0F-1B105187D0A9}" presName="compositeNode" presStyleCnt="0">
        <dgm:presLayoutVars>
          <dgm:bulletEnabled val="1"/>
        </dgm:presLayoutVars>
      </dgm:prSet>
      <dgm:spPr/>
    </dgm:pt>
    <dgm:pt modelId="{CF63C370-E630-4755-BF18-69561F5AD9DF}" type="pres">
      <dgm:prSet presAssocID="{42DCB190-254F-4DCF-9E0F-1B105187D0A9}" presName="image"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Open book with table lamp, books, pen and pencil"/>
        </a:ext>
      </dgm:extLst>
    </dgm:pt>
    <dgm:pt modelId="{1EDBCFA8-8EEE-4E38-B6AE-900E3ABA7B8D}" type="pres">
      <dgm:prSet presAssocID="{42DCB190-254F-4DCF-9E0F-1B105187D0A9}" presName="childNode" presStyleLbl="node1" presStyleIdx="2" presStyleCnt="3">
        <dgm:presLayoutVars>
          <dgm:bulletEnabled val="1"/>
        </dgm:presLayoutVars>
      </dgm:prSet>
      <dgm:spPr/>
    </dgm:pt>
    <dgm:pt modelId="{32130EB4-5DC5-45DD-8DC2-C08182295726}" type="pres">
      <dgm:prSet presAssocID="{42DCB190-254F-4DCF-9E0F-1B105187D0A9}" presName="parentNode" presStyleLbl="revTx" presStyleIdx="2" presStyleCnt="3">
        <dgm:presLayoutVars>
          <dgm:chMax val="0"/>
          <dgm:bulletEnabled val="1"/>
        </dgm:presLayoutVars>
      </dgm:prSet>
      <dgm:spPr/>
    </dgm:pt>
  </dgm:ptLst>
  <dgm:cxnLst>
    <dgm:cxn modelId="{B15FA307-F9D5-4A2D-8B96-35278DB24B3F}" srcId="{0752FEB3-CD38-4730-85C6-3EFEA87FEAEA}" destId="{8E7F448C-1278-460D-BA68-86975A49C69E}" srcOrd="1" destOrd="0" parTransId="{30C00F52-EA34-4DCA-81ED-2CDA96A3D62C}" sibTransId="{922CEA7F-5518-456F-8601-5D2966B98116}"/>
    <dgm:cxn modelId="{00D35B11-A741-4948-B36C-026F47173BE1}" srcId="{42DCB190-254F-4DCF-9E0F-1B105187D0A9}" destId="{7D45E63C-3B98-4822-A453-127B47B32BEE}" srcOrd="3" destOrd="0" parTransId="{8CA924D9-C837-4700-8DA8-EECC2179A40B}" sibTransId="{8FF1B12F-3F33-40D2-87D9-9A84077ACA27}"/>
    <dgm:cxn modelId="{C3166B19-3AFB-49CD-972D-27EEFAB6B027}" srcId="{E4C09C08-9209-4F34-A3C4-D4222C6F8C05}" destId="{34667507-4798-4DA1-AFC6-A7F24EBD8937}" srcOrd="1" destOrd="0" parTransId="{86AC485C-7332-4A88-8152-B73A62170FB5}" sibTransId="{58C38E08-281F-44D1-948E-A3F6002FA7F5}"/>
    <dgm:cxn modelId="{A69D7922-06E6-4249-B76F-6804B7736ABD}" srcId="{E4C09C08-9209-4F34-A3C4-D4222C6F8C05}" destId="{D9C4FA7C-9217-415B-801D-8C93897D6EF3}" srcOrd="2" destOrd="0" parTransId="{B928950D-8CDA-47A9-8DF6-3DAB5539C66C}" sibTransId="{D6F9EBC2-EB76-4C6D-BE54-E3F6D619E8E5}"/>
    <dgm:cxn modelId="{B9F1B428-CA6B-46A2-9216-76576AA4E3FB}" srcId="{E4C09C08-9209-4F34-A3C4-D4222C6F8C05}" destId="{61858C18-6CA8-49B0-9259-8C2CDBBAE8BB}" srcOrd="0" destOrd="0" parTransId="{F0BEB351-3551-43F1-B7D6-60F5C7007D7E}" sibTransId="{F94D2A25-60B1-411C-9FED-C5B9441EE8EE}"/>
    <dgm:cxn modelId="{DEA1A02E-FD7E-418A-8CDF-F89458CF8C89}" type="presOf" srcId="{42DCB190-254F-4DCF-9E0F-1B105187D0A9}" destId="{32130EB4-5DC5-45DD-8DC2-C08182295726}" srcOrd="0" destOrd="0" presId="urn:microsoft.com/office/officeart/2005/8/layout/hList2"/>
    <dgm:cxn modelId="{0AE64F2F-04F5-4000-A388-AFFFE3B8062D}" type="presOf" srcId="{61858C18-6CA8-49B0-9259-8C2CDBBAE8BB}" destId="{D318303E-BC78-4C10-A5E0-D8C3FE601B95}" srcOrd="0" destOrd="0" presId="urn:microsoft.com/office/officeart/2005/8/layout/hList2"/>
    <dgm:cxn modelId="{4E085D34-8F0D-495D-82AF-72C787D25A9C}" type="presOf" srcId="{334FBEDF-2D58-4714-AA0A-5C7B0D6C4D31}" destId="{3521E46F-92DB-4152-9081-CB6ABC7FCCBA}" srcOrd="0" destOrd="2" presId="urn:microsoft.com/office/officeart/2005/8/layout/hList2"/>
    <dgm:cxn modelId="{653D1041-B878-4AB4-8CE1-95A1B77F0FBA}" type="presOf" srcId="{EE7539B1-044F-44E1-AD94-0100E6FA2701}" destId="{3521E46F-92DB-4152-9081-CB6ABC7FCCBA}" srcOrd="0" destOrd="0" presId="urn:microsoft.com/office/officeart/2005/8/layout/hList2"/>
    <dgm:cxn modelId="{6F143941-63CF-46B0-AE90-6573C5154F93}" type="presOf" srcId="{7D45E63C-3B98-4822-A453-127B47B32BEE}" destId="{1EDBCFA8-8EEE-4E38-B6AE-900E3ABA7B8D}" srcOrd="0" destOrd="3" presId="urn:microsoft.com/office/officeart/2005/8/layout/hList2"/>
    <dgm:cxn modelId="{ABA36561-901B-4B43-9648-13844072236A}" type="presOf" srcId="{A70F5B18-D1ED-45EB-8AC9-749B81F1CD1F}" destId="{1EDBCFA8-8EEE-4E38-B6AE-900E3ABA7B8D}" srcOrd="0" destOrd="1" presId="urn:microsoft.com/office/officeart/2005/8/layout/hList2"/>
    <dgm:cxn modelId="{E4034768-6BDD-4E8F-9AAD-133426C0D1F5}" type="presOf" srcId="{8E7F448C-1278-460D-BA68-86975A49C69E}" destId="{3521E46F-92DB-4152-9081-CB6ABC7FCCBA}" srcOrd="0" destOrd="1" presId="urn:microsoft.com/office/officeart/2005/8/layout/hList2"/>
    <dgm:cxn modelId="{98AC4969-1DFB-4189-9F27-0FC58F71F3C0}" type="presOf" srcId="{6355C7EE-7303-41DC-9ADA-5142DD557298}" destId="{1EDBCFA8-8EEE-4E38-B6AE-900E3ABA7B8D}" srcOrd="0" destOrd="4" presId="urn:microsoft.com/office/officeart/2005/8/layout/hList2"/>
    <dgm:cxn modelId="{851BEF50-FF15-4F58-9E61-5CBDD975884D}" srcId="{E5E5CBDE-568C-4434-AD14-225C7F66D752}" destId="{42DCB190-254F-4DCF-9E0F-1B105187D0A9}" srcOrd="2" destOrd="0" parTransId="{CC154A6F-93B9-4772-9429-0654793F88F4}" sibTransId="{A3D4F856-74C9-4B93-9D98-8B16092E4D36}"/>
    <dgm:cxn modelId="{6FCE9289-06CC-41E5-98DE-4CF15B356584}" srcId="{0752FEB3-CD38-4730-85C6-3EFEA87FEAEA}" destId="{EE7539B1-044F-44E1-AD94-0100E6FA2701}" srcOrd="0" destOrd="0" parTransId="{2A32A347-2A5B-4780-83A6-F72E3D689E60}" sibTransId="{1C93303C-C9BD-4BFE-A60F-59DF3E32FF41}"/>
    <dgm:cxn modelId="{31EBCB8E-A4D7-4B91-B6D6-C751ABD955EE}" srcId="{42DCB190-254F-4DCF-9E0F-1B105187D0A9}" destId="{6355C7EE-7303-41DC-9ADA-5142DD557298}" srcOrd="4" destOrd="0" parTransId="{0DF41ACF-A327-4EE8-AE35-8DC01607C781}" sibTransId="{E2439AD8-9073-42DB-9569-8184626C3B48}"/>
    <dgm:cxn modelId="{A42CF490-4A98-4134-972A-8D2C789BD77F}" srcId="{E4C09C08-9209-4F34-A3C4-D4222C6F8C05}" destId="{ACBBFE8D-61DE-4023-90B4-4FF2769D0CF5}" srcOrd="4" destOrd="0" parTransId="{EA4E31FA-548D-4C4A-BAEA-28F5D473090B}" sibTransId="{74BBFA69-CA78-4487-95DA-D628412C30AD}"/>
    <dgm:cxn modelId="{DD4292A8-B201-4B12-ACA9-64993561A199}" srcId="{42DCB190-254F-4DCF-9E0F-1B105187D0A9}" destId="{B693A036-DF85-4EE2-A674-D0ED7BDE2ACF}" srcOrd="0" destOrd="0" parTransId="{A446F154-A702-42D5-ACD4-79CFE5A70324}" sibTransId="{5A952A50-9D9A-44FF-8143-1293E4F1DDAE}"/>
    <dgm:cxn modelId="{083251AA-EEAC-46A4-86C0-8855977FD378}" type="presOf" srcId="{0752FEB3-CD38-4730-85C6-3EFEA87FEAEA}" destId="{8C821D49-5922-415C-B243-0F335956CF74}" srcOrd="0" destOrd="0" presId="urn:microsoft.com/office/officeart/2005/8/layout/hList2"/>
    <dgm:cxn modelId="{9FBD82AA-CFF8-47E2-B39B-1A42F6BE412B}" type="presOf" srcId="{A59E0EB1-821D-4C16-AAD8-BBE5DBDD3C89}" destId="{D318303E-BC78-4C10-A5E0-D8C3FE601B95}" srcOrd="0" destOrd="3" presId="urn:microsoft.com/office/officeart/2005/8/layout/hList2"/>
    <dgm:cxn modelId="{29457FBE-A432-4083-82D2-557111826348}" type="presOf" srcId="{34667507-4798-4DA1-AFC6-A7F24EBD8937}" destId="{D318303E-BC78-4C10-A5E0-D8C3FE601B95}" srcOrd="0" destOrd="1" presId="urn:microsoft.com/office/officeart/2005/8/layout/hList2"/>
    <dgm:cxn modelId="{6B539BC5-F713-4407-B252-3D4AAE0CAB3C}" srcId="{0752FEB3-CD38-4730-85C6-3EFEA87FEAEA}" destId="{334FBEDF-2D58-4714-AA0A-5C7B0D6C4D31}" srcOrd="2" destOrd="0" parTransId="{0FC85F47-72DC-4E17-9BDE-40178CD4E9E8}" sibTransId="{20A56DF9-0FFC-4119-8654-CB421F64DDC4}"/>
    <dgm:cxn modelId="{964BABC5-18DF-4598-9BEE-4201A7B754D0}" type="presOf" srcId="{B693A036-DF85-4EE2-A674-D0ED7BDE2ACF}" destId="{1EDBCFA8-8EEE-4E38-B6AE-900E3ABA7B8D}" srcOrd="0" destOrd="0" presId="urn:microsoft.com/office/officeart/2005/8/layout/hList2"/>
    <dgm:cxn modelId="{1517C7CC-13B6-4451-8CE8-9E7C13DF1851}" srcId="{42DCB190-254F-4DCF-9E0F-1B105187D0A9}" destId="{6E4CE472-2BB2-4543-9B30-21F546ED4F40}" srcOrd="2" destOrd="0" parTransId="{ABC0EAFB-5545-464E-95E4-600A93ABC845}" sibTransId="{EEAA19BA-0E23-4749-B59E-5EC17ADC5537}"/>
    <dgm:cxn modelId="{66901CD3-C536-4D41-82C5-3FFFE1D64823}" type="presOf" srcId="{E5E5CBDE-568C-4434-AD14-225C7F66D752}" destId="{22B5E719-E324-4FF7-8391-F1E56D3BE2FF}" srcOrd="0" destOrd="0" presId="urn:microsoft.com/office/officeart/2005/8/layout/hList2"/>
    <dgm:cxn modelId="{46B97CDD-F11C-4480-A555-925E8F468EAF}" type="presOf" srcId="{ACBBFE8D-61DE-4023-90B4-4FF2769D0CF5}" destId="{D318303E-BC78-4C10-A5E0-D8C3FE601B95}" srcOrd="0" destOrd="4" presId="urn:microsoft.com/office/officeart/2005/8/layout/hList2"/>
    <dgm:cxn modelId="{0CF3DADD-90FD-48CF-B0EA-58C477FBD27A}" srcId="{E5E5CBDE-568C-4434-AD14-225C7F66D752}" destId="{0752FEB3-CD38-4730-85C6-3EFEA87FEAEA}" srcOrd="1" destOrd="0" parTransId="{5B558FF4-E1CD-4335-88D9-72FE84109768}" sibTransId="{F91A757B-5C9D-4C94-B7B2-ED66D7B7C2F6}"/>
    <dgm:cxn modelId="{77749CE3-3034-46A4-B1D8-2A0DD2113DDC}" srcId="{E5E5CBDE-568C-4434-AD14-225C7F66D752}" destId="{E4C09C08-9209-4F34-A3C4-D4222C6F8C05}" srcOrd="0" destOrd="0" parTransId="{13A5C538-29FF-40C9-B6C5-4CB69D649C50}" sibTransId="{9128703F-B887-43BF-ADE0-D12BC50A6280}"/>
    <dgm:cxn modelId="{487C47E5-0D83-4C07-ADBB-65D936EBC3CD}" type="presOf" srcId="{6E4CE472-2BB2-4543-9B30-21F546ED4F40}" destId="{1EDBCFA8-8EEE-4E38-B6AE-900E3ABA7B8D}" srcOrd="0" destOrd="2" presId="urn:microsoft.com/office/officeart/2005/8/layout/hList2"/>
    <dgm:cxn modelId="{446AD3F6-A33A-4274-B00A-CB74765453F5}" srcId="{E4C09C08-9209-4F34-A3C4-D4222C6F8C05}" destId="{A59E0EB1-821D-4C16-AAD8-BBE5DBDD3C89}" srcOrd="3" destOrd="0" parTransId="{91E0B32A-7904-4334-9414-D44FC78F51A0}" sibTransId="{A2DC5400-241E-44F0-82B3-7BC4D49F6ED6}"/>
    <dgm:cxn modelId="{6D3E05F9-0328-40F7-B5C3-EB042754F90C}" type="presOf" srcId="{D9C4FA7C-9217-415B-801D-8C93897D6EF3}" destId="{D318303E-BC78-4C10-A5E0-D8C3FE601B95}" srcOrd="0" destOrd="2" presId="urn:microsoft.com/office/officeart/2005/8/layout/hList2"/>
    <dgm:cxn modelId="{9371F1FA-C693-45D2-A93E-8C1D140897C6}" srcId="{42DCB190-254F-4DCF-9E0F-1B105187D0A9}" destId="{A70F5B18-D1ED-45EB-8AC9-749B81F1CD1F}" srcOrd="1" destOrd="0" parTransId="{EE349FB2-83B3-4BFE-942D-72EDAA7FF968}" sibTransId="{3EAE803F-8C17-47A4-A2DA-BF4A84C356ED}"/>
    <dgm:cxn modelId="{4F4310FB-CB97-4D76-B6A5-35B57909E5C4}" type="presOf" srcId="{E4C09C08-9209-4F34-A3C4-D4222C6F8C05}" destId="{A4F1B925-1CB4-465C-BA44-CBB57CA13A88}" srcOrd="0" destOrd="0" presId="urn:microsoft.com/office/officeart/2005/8/layout/hList2"/>
    <dgm:cxn modelId="{D32C89FF-1428-4AF8-A36D-1F1D4A9A69D3}" type="presParOf" srcId="{22B5E719-E324-4FF7-8391-F1E56D3BE2FF}" destId="{E5CC4623-AA28-4690-A862-C40E4C5E99A9}" srcOrd="0" destOrd="0" presId="urn:microsoft.com/office/officeart/2005/8/layout/hList2"/>
    <dgm:cxn modelId="{4582DFD9-8A65-42B4-AFDF-9527EECEF8B7}" type="presParOf" srcId="{E5CC4623-AA28-4690-A862-C40E4C5E99A9}" destId="{BC0C71F7-7478-412F-B5A1-BEE3BDAA9A56}" srcOrd="0" destOrd="0" presId="urn:microsoft.com/office/officeart/2005/8/layout/hList2"/>
    <dgm:cxn modelId="{BC953B93-6DD0-4FDE-B73C-61A8008C1958}" type="presParOf" srcId="{E5CC4623-AA28-4690-A862-C40E4C5E99A9}" destId="{D318303E-BC78-4C10-A5E0-D8C3FE601B95}" srcOrd="1" destOrd="0" presId="urn:microsoft.com/office/officeart/2005/8/layout/hList2"/>
    <dgm:cxn modelId="{88EA53C2-D86D-4C13-9E97-4D5E8FE94D02}" type="presParOf" srcId="{E5CC4623-AA28-4690-A862-C40E4C5E99A9}" destId="{A4F1B925-1CB4-465C-BA44-CBB57CA13A88}" srcOrd="2" destOrd="0" presId="urn:microsoft.com/office/officeart/2005/8/layout/hList2"/>
    <dgm:cxn modelId="{D5EA445D-5A8B-41B9-B48B-8D6FDD62D7D8}" type="presParOf" srcId="{22B5E719-E324-4FF7-8391-F1E56D3BE2FF}" destId="{FA29E56E-942D-4A55-BD6D-C1431A678480}" srcOrd="1" destOrd="0" presId="urn:microsoft.com/office/officeart/2005/8/layout/hList2"/>
    <dgm:cxn modelId="{A59D2FC8-DF9F-4DD3-BFBD-E516C7229CC9}" type="presParOf" srcId="{22B5E719-E324-4FF7-8391-F1E56D3BE2FF}" destId="{891B2114-0BFC-467C-8B5E-CDD4338E55DB}" srcOrd="2" destOrd="0" presId="urn:microsoft.com/office/officeart/2005/8/layout/hList2"/>
    <dgm:cxn modelId="{CC795ECD-A213-4E92-98BB-C6B8CF0D5B84}" type="presParOf" srcId="{891B2114-0BFC-467C-8B5E-CDD4338E55DB}" destId="{EA5FA1EF-7CDE-4D6E-98D0-82853EB9A1F6}" srcOrd="0" destOrd="0" presId="urn:microsoft.com/office/officeart/2005/8/layout/hList2"/>
    <dgm:cxn modelId="{1DA1CC15-F8AE-4D1E-98B2-C44721A898A7}" type="presParOf" srcId="{891B2114-0BFC-467C-8B5E-CDD4338E55DB}" destId="{3521E46F-92DB-4152-9081-CB6ABC7FCCBA}" srcOrd="1" destOrd="0" presId="urn:microsoft.com/office/officeart/2005/8/layout/hList2"/>
    <dgm:cxn modelId="{4A10417A-5477-4B93-B2E5-8EFF9044E8B1}" type="presParOf" srcId="{891B2114-0BFC-467C-8B5E-CDD4338E55DB}" destId="{8C821D49-5922-415C-B243-0F335956CF74}" srcOrd="2" destOrd="0" presId="urn:microsoft.com/office/officeart/2005/8/layout/hList2"/>
    <dgm:cxn modelId="{2549B0F5-B975-4437-B67B-3A0827CB34F6}" type="presParOf" srcId="{22B5E719-E324-4FF7-8391-F1E56D3BE2FF}" destId="{C4885CF7-0210-425D-B190-B034F3B4EF9B}" srcOrd="3" destOrd="0" presId="urn:microsoft.com/office/officeart/2005/8/layout/hList2"/>
    <dgm:cxn modelId="{6382F2CC-F3E6-4E4C-B774-ECF327779B5A}" type="presParOf" srcId="{22B5E719-E324-4FF7-8391-F1E56D3BE2FF}" destId="{B0D96094-74D5-49DA-A473-1F52DC2A3237}" srcOrd="4" destOrd="0" presId="urn:microsoft.com/office/officeart/2005/8/layout/hList2"/>
    <dgm:cxn modelId="{B7EAEB05-7E43-4B84-8054-B190A0CE7C78}" type="presParOf" srcId="{B0D96094-74D5-49DA-A473-1F52DC2A3237}" destId="{CF63C370-E630-4755-BF18-69561F5AD9DF}" srcOrd="0" destOrd="0" presId="urn:microsoft.com/office/officeart/2005/8/layout/hList2"/>
    <dgm:cxn modelId="{8E4EF48E-B77A-41C1-9B91-AC4A2C5DD79A}" type="presParOf" srcId="{B0D96094-74D5-49DA-A473-1F52DC2A3237}" destId="{1EDBCFA8-8EEE-4E38-B6AE-900E3ABA7B8D}" srcOrd="1" destOrd="0" presId="urn:microsoft.com/office/officeart/2005/8/layout/hList2"/>
    <dgm:cxn modelId="{301714C7-BFB5-4EA9-A50E-2CE360290C95}" type="presParOf" srcId="{B0D96094-74D5-49DA-A473-1F52DC2A3237}" destId="{32130EB4-5DC5-45DD-8DC2-C08182295726}" srcOrd="2" destOrd="0" presId="urn:microsoft.com/office/officeart/2005/8/layout/hList2"/>
  </dgm:cxnLst>
  <dgm:bg>
    <a:noFill/>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E5CBDE-568C-4434-AD14-225C7F66D752}" type="doc">
      <dgm:prSet loTypeId="urn:microsoft.com/office/officeart/2005/8/layout/hList2" loCatId="list" qsTypeId="urn:microsoft.com/office/officeart/2005/8/quickstyle/simple1" qsCatId="simple" csTypeId="urn:microsoft.com/office/officeart/2005/8/colors/accent4_2" csCatId="accent4" phldr="1"/>
      <dgm:spPr/>
    </dgm:pt>
    <dgm:pt modelId="{A2F9C5EE-B4A8-4385-980B-BC7B19A5F1A1}">
      <dgm:prSet phldrT="[Text]"/>
      <dgm:spPr/>
      <dgm:t>
        <a:bodyPr/>
        <a:lstStyle/>
        <a:p>
          <a:r>
            <a:rPr lang="en-US" dirty="0"/>
            <a:t>To measure performance and observe engagement with ads</a:t>
          </a:r>
        </a:p>
      </dgm:t>
    </dgm:pt>
    <dgm:pt modelId="{DC077884-BA13-4EEB-920B-FDAF92A38181}" type="parTrans" cxnId="{02FC807B-52A0-48D9-A3B5-F224B00E85A3}">
      <dgm:prSet/>
      <dgm:spPr/>
      <dgm:t>
        <a:bodyPr/>
        <a:lstStyle/>
        <a:p>
          <a:endParaRPr lang="en-US"/>
        </a:p>
      </dgm:t>
    </dgm:pt>
    <dgm:pt modelId="{255A59BB-B7AB-4FE0-8E4A-3B9A31455162}" type="sibTrans" cxnId="{02FC807B-52A0-48D9-A3B5-F224B00E85A3}">
      <dgm:prSet/>
      <dgm:spPr/>
      <dgm:t>
        <a:bodyPr/>
        <a:lstStyle/>
        <a:p>
          <a:endParaRPr lang="en-US"/>
        </a:p>
      </dgm:t>
    </dgm:pt>
    <dgm:pt modelId="{2F69E6C2-F17B-4A82-AC5E-137DE9F09D94}">
      <dgm:prSet phldrT="[Text]"/>
      <dgm:spPr/>
      <dgm:t>
        <a:bodyPr/>
        <a:lstStyle/>
        <a:p>
          <a:r>
            <a:rPr lang="en-US" dirty="0"/>
            <a:t>Protects users from fraud and enhances overall security</a:t>
          </a:r>
        </a:p>
      </dgm:t>
    </dgm:pt>
    <dgm:pt modelId="{D94FCAB9-5580-472C-A6D2-D39AD8305399}" type="parTrans" cxnId="{65C80C67-BB07-4E5A-9EAC-6D6BD093BF09}">
      <dgm:prSet/>
      <dgm:spPr/>
      <dgm:t>
        <a:bodyPr/>
        <a:lstStyle/>
        <a:p>
          <a:endParaRPr lang="en-US"/>
        </a:p>
      </dgm:t>
    </dgm:pt>
    <dgm:pt modelId="{5070DC8F-9E79-4AC5-92A1-990CE5A3212C}" type="sibTrans" cxnId="{65C80C67-BB07-4E5A-9EAC-6D6BD093BF09}">
      <dgm:prSet/>
      <dgm:spPr/>
      <dgm:t>
        <a:bodyPr/>
        <a:lstStyle/>
        <a:p>
          <a:endParaRPr lang="en-US"/>
        </a:p>
      </dgm:t>
    </dgm:pt>
    <dgm:pt modelId="{4B189824-5E39-4E9D-8AF1-20B1C42A9CED}">
      <dgm:prSet/>
      <dgm:spPr>
        <a:solidFill>
          <a:schemeClr val="tx2">
            <a:lumMod val="20000"/>
            <a:lumOff val="80000"/>
          </a:schemeClr>
        </a:solidFill>
      </dgm:spPr>
      <dgm:t>
        <a:bodyPr/>
        <a:lstStyle/>
        <a:p>
          <a:pPr>
            <a:buFont typeface="Arial" panose="020B0604020202020204" pitchFamily="34" charset="0"/>
            <a:buChar char="•"/>
          </a:pPr>
          <a:r>
            <a:rPr lang="en-US" dirty="0">
              <a:solidFill>
                <a:schemeClr val="tx1"/>
              </a:solidFill>
            </a:rPr>
            <a:t>Google analyzes how users interact and engage with services and ads</a:t>
          </a:r>
        </a:p>
      </dgm:t>
    </dgm:pt>
    <dgm:pt modelId="{4BB332CC-8CA9-45D9-BEE2-1F1BD8A41DE8}" type="parTrans" cxnId="{5BCA0CCE-6F8D-4A33-A9CA-A56028B43A28}">
      <dgm:prSet/>
      <dgm:spPr/>
      <dgm:t>
        <a:bodyPr/>
        <a:lstStyle/>
        <a:p>
          <a:endParaRPr lang="en-US"/>
        </a:p>
      </dgm:t>
    </dgm:pt>
    <dgm:pt modelId="{B0E6A4B1-CC1D-4B29-8FD3-636FFE351629}" type="sibTrans" cxnId="{5BCA0CCE-6F8D-4A33-A9CA-A56028B43A28}">
      <dgm:prSet/>
      <dgm:spPr/>
      <dgm:t>
        <a:bodyPr/>
        <a:lstStyle/>
        <a:p>
          <a:endParaRPr lang="en-US"/>
        </a:p>
      </dgm:t>
    </dgm:pt>
    <dgm:pt modelId="{7CAEC4A2-536E-4455-A6D4-5E280F16DE83}">
      <dgm:prSet/>
      <dgm:spPr>
        <a:solidFill>
          <a:schemeClr val="tx2">
            <a:lumMod val="20000"/>
            <a:lumOff val="80000"/>
          </a:schemeClr>
        </a:solidFill>
      </dgm:spPr>
      <dgm:t>
        <a:bodyPr/>
        <a:lstStyle/>
        <a:p>
          <a:r>
            <a:rPr lang="en-US" dirty="0">
              <a:solidFill>
                <a:schemeClr val="tx1"/>
              </a:solidFill>
            </a:rPr>
            <a:t>This data helps optimize performance and provide marketers with campaign analytics</a:t>
          </a:r>
        </a:p>
      </dgm:t>
    </dgm:pt>
    <dgm:pt modelId="{7DA9FDFA-6FF3-47AE-89D8-BDA490889A0D}" type="parTrans" cxnId="{2F303D6D-D308-4291-956F-19414116F4BE}">
      <dgm:prSet/>
      <dgm:spPr/>
      <dgm:t>
        <a:bodyPr/>
        <a:lstStyle/>
        <a:p>
          <a:endParaRPr lang="en-US"/>
        </a:p>
      </dgm:t>
    </dgm:pt>
    <dgm:pt modelId="{FCFB7351-E145-4B13-A245-4EF8AC984446}" type="sibTrans" cxnId="{2F303D6D-D308-4291-956F-19414116F4BE}">
      <dgm:prSet/>
      <dgm:spPr/>
      <dgm:t>
        <a:bodyPr/>
        <a:lstStyle/>
        <a:p>
          <a:endParaRPr lang="en-US"/>
        </a:p>
      </dgm:t>
    </dgm:pt>
    <dgm:pt modelId="{C75BD659-230F-49FA-879E-800E5610BF5B}">
      <dgm:prSet/>
      <dgm:spPr>
        <a:solidFill>
          <a:schemeClr val="tx2">
            <a:lumMod val="20000"/>
            <a:lumOff val="80000"/>
          </a:schemeClr>
        </a:solidFill>
      </dgm:spPr>
      <dgm:t>
        <a:bodyPr/>
        <a:lstStyle/>
        <a:p>
          <a:r>
            <a:rPr lang="en-US" dirty="0">
              <a:solidFill>
                <a:schemeClr val="tx1"/>
              </a:solidFill>
            </a:rPr>
            <a:t>Understanding ad effectiveness and audience targeting is valuable for advertisers</a:t>
          </a:r>
        </a:p>
      </dgm:t>
    </dgm:pt>
    <dgm:pt modelId="{70E36D17-FE6A-4C3F-88C9-D637B170270B}" type="parTrans" cxnId="{EB15C2D9-8E2B-41FA-A88F-C6E1D359154B}">
      <dgm:prSet/>
      <dgm:spPr/>
      <dgm:t>
        <a:bodyPr/>
        <a:lstStyle/>
        <a:p>
          <a:endParaRPr lang="en-US"/>
        </a:p>
      </dgm:t>
    </dgm:pt>
    <dgm:pt modelId="{369624A2-6A5F-4A03-A304-918486420B6B}" type="sibTrans" cxnId="{EB15C2D9-8E2B-41FA-A88F-C6E1D359154B}">
      <dgm:prSet/>
      <dgm:spPr/>
      <dgm:t>
        <a:bodyPr/>
        <a:lstStyle/>
        <a:p>
          <a:endParaRPr lang="en-US"/>
        </a:p>
      </dgm:t>
    </dgm:pt>
    <dgm:pt modelId="{019C9FC1-3B57-4A1E-AECA-54FD7E524768}">
      <dgm:prSet/>
      <dgm:spPr>
        <a:solidFill>
          <a:schemeClr val="tx2">
            <a:lumMod val="20000"/>
            <a:lumOff val="80000"/>
          </a:schemeClr>
        </a:solidFill>
      </dgm:spPr>
      <dgm:t>
        <a:bodyPr/>
        <a:lstStyle/>
        <a:p>
          <a:pPr>
            <a:buFont typeface="Arial" panose="020B0604020202020204" pitchFamily="34" charset="0"/>
            <a:buChar char="•"/>
          </a:pPr>
          <a:endParaRPr lang="en-US" dirty="0">
            <a:solidFill>
              <a:schemeClr val="tx1"/>
            </a:solidFill>
          </a:endParaRPr>
        </a:p>
      </dgm:t>
    </dgm:pt>
    <dgm:pt modelId="{5D64A805-C3E9-4B06-80F9-84803A89386F}" type="parTrans" cxnId="{02FB107F-107E-4498-B28E-7805C5D43EEB}">
      <dgm:prSet/>
      <dgm:spPr/>
      <dgm:t>
        <a:bodyPr/>
        <a:lstStyle/>
        <a:p>
          <a:endParaRPr lang="en-US"/>
        </a:p>
      </dgm:t>
    </dgm:pt>
    <dgm:pt modelId="{23AC6F55-DEF9-4C53-8215-031F7AD997FB}" type="sibTrans" cxnId="{02FB107F-107E-4498-B28E-7805C5D43EEB}">
      <dgm:prSet/>
      <dgm:spPr/>
      <dgm:t>
        <a:bodyPr/>
        <a:lstStyle/>
        <a:p>
          <a:endParaRPr lang="en-US"/>
        </a:p>
      </dgm:t>
    </dgm:pt>
    <dgm:pt modelId="{9910C2D3-B769-4F5B-9A36-F3179C1FD452}">
      <dgm:prSet/>
      <dgm:spPr>
        <a:solidFill>
          <a:schemeClr val="tx2">
            <a:lumMod val="20000"/>
            <a:lumOff val="80000"/>
          </a:schemeClr>
        </a:solidFill>
      </dgm:spPr>
      <dgm:t>
        <a:bodyPr/>
        <a:lstStyle/>
        <a:p>
          <a:endParaRPr lang="en-US" dirty="0">
            <a:solidFill>
              <a:schemeClr val="tx1"/>
            </a:solidFill>
          </a:endParaRPr>
        </a:p>
      </dgm:t>
    </dgm:pt>
    <dgm:pt modelId="{F522EF25-73EF-4476-8A60-79D78259C0BD}" type="parTrans" cxnId="{D4332163-F754-4379-B28D-D8C61CD5DD2B}">
      <dgm:prSet/>
      <dgm:spPr/>
      <dgm:t>
        <a:bodyPr/>
        <a:lstStyle/>
        <a:p>
          <a:endParaRPr lang="en-US"/>
        </a:p>
      </dgm:t>
    </dgm:pt>
    <dgm:pt modelId="{C56D3D94-6267-4C07-9FB4-12A29E22BF3C}" type="sibTrans" cxnId="{D4332163-F754-4379-B28D-D8C61CD5DD2B}">
      <dgm:prSet/>
      <dgm:spPr/>
      <dgm:t>
        <a:bodyPr/>
        <a:lstStyle/>
        <a:p>
          <a:endParaRPr lang="en-US"/>
        </a:p>
      </dgm:t>
    </dgm:pt>
    <dgm:pt modelId="{9CE7F066-1224-494C-999A-D1CCB40D1DEB}">
      <dgm:prSet/>
      <dgm:spPr>
        <a:solidFill>
          <a:schemeClr val="tx2">
            <a:lumMod val="20000"/>
            <a:lumOff val="80000"/>
          </a:schemeClr>
        </a:solidFill>
      </dgm:spPr>
      <dgm:t>
        <a:bodyPr/>
        <a:lstStyle/>
        <a:p>
          <a:pPr>
            <a:buFont typeface="Arial" panose="020B0604020202020204" pitchFamily="34" charset="0"/>
            <a:buChar char="•"/>
          </a:pPr>
          <a:r>
            <a:rPr lang="en-US" dirty="0">
              <a:solidFill>
                <a:schemeClr val="tx1"/>
              </a:solidFill>
            </a:rPr>
            <a:t>User data enables Google to identify potential security risks and threats</a:t>
          </a:r>
        </a:p>
      </dgm:t>
    </dgm:pt>
    <dgm:pt modelId="{3F126FF7-6BF7-4431-98E2-A2BECC007C8E}" type="parTrans" cxnId="{4D2103EC-89B3-42C2-BDDA-1ADC25F17C76}">
      <dgm:prSet/>
      <dgm:spPr/>
      <dgm:t>
        <a:bodyPr/>
        <a:lstStyle/>
        <a:p>
          <a:endParaRPr lang="en-US"/>
        </a:p>
      </dgm:t>
    </dgm:pt>
    <dgm:pt modelId="{01527280-BA44-4EE4-A37F-0CE29404A024}" type="sibTrans" cxnId="{4D2103EC-89B3-42C2-BDDA-1ADC25F17C76}">
      <dgm:prSet/>
      <dgm:spPr/>
      <dgm:t>
        <a:bodyPr/>
        <a:lstStyle/>
        <a:p>
          <a:endParaRPr lang="en-US"/>
        </a:p>
      </dgm:t>
    </dgm:pt>
    <dgm:pt modelId="{031CB184-053C-420B-881A-07B52825C29F}">
      <dgm:prSet/>
      <dgm:spPr>
        <a:solidFill>
          <a:schemeClr val="tx2">
            <a:lumMod val="20000"/>
            <a:lumOff val="80000"/>
          </a:schemeClr>
        </a:solidFill>
      </dgm:spPr>
      <dgm:t>
        <a:bodyPr/>
        <a:lstStyle/>
        <a:p>
          <a:r>
            <a:rPr lang="en-US" dirty="0">
              <a:solidFill>
                <a:schemeClr val="tx1"/>
              </a:solidFill>
            </a:rPr>
            <a:t>It powers systems to detect spam, malware, unauthorized access attempts</a:t>
          </a:r>
        </a:p>
      </dgm:t>
    </dgm:pt>
    <dgm:pt modelId="{A6806575-50E5-47FC-BCE0-8CD43B71D38F}" type="parTrans" cxnId="{6E9B7127-F4C8-42E1-A1F8-2CE67EC636A6}">
      <dgm:prSet/>
      <dgm:spPr/>
      <dgm:t>
        <a:bodyPr/>
        <a:lstStyle/>
        <a:p>
          <a:endParaRPr lang="en-US"/>
        </a:p>
      </dgm:t>
    </dgm:pt>
    <dgm:pt modelId="{1F408CCD-F766-4924-A5F8-E050BAADEC73}" type="sibTrans" cxnId="{6E9B7127-F4C8-42E1-A1F8-2CE67EC636A6}">
      <dgm:prSet/>
      <dgm:spPr/>
      <dgm:t>
        <a:bodyPr/>
        <a:lstStyle/>
        <a:p>
          <a:endParaRPr lang="en-US"/>
        </a:p>
      </dgm:t>
    </dgm:pt>
    <dgm:pt modelId="{C5512A22-1273-4303-87E2-0FAC061DA233}">
      <dgm:prSet/>
      <dgm:spPr>
        <a:solidFill>
          <a:schemeClr val="tx2">
            <a:lumMod val="20000"/>
            <a:lumOff val="80000"/>
          </a:schemeClr>
        </a:solidFill>
      </dgm:spPr>
      <dgm:t>
        <a:bodyPr/>
        <a:lstStyle/>
        <a:p>
          <a:r>
            <a:rPr lang="en-US" dirty="0">
              <a:solidFill>
                <a:schemeClr val="tx1"/>
              </a:solidFill>
            </a:rPr>
            <a:t>Maintaining a secure ecosystem by identifying fraudulent or harmful activities.</a:t>
          </a:r>
        </a:p>
      </dgm:t>
    </dgm:pt>
    <dgm:pt modelId="{9F65D562-B16C-420E-A753-C1791F42046A}" type="parTrans" cxnId="{E1D341DE-17A1-4018-86C3-4B78CF6348E9}">
      <dgm:prSet/>
      <dgm:spPr/>
      <dgm:t>
        <a:bodyPr/>
        <a:lstStyle/>
        <a:p>
          <a:endParaRPr lang="en-US"/>
        </a:p>
      </dgm:t>
    </dgm:pt>
    <dgm:pt modelId="{526FBEDD-FAE1-4C46-8929-7DCFBE51DEF4}" type="sibTrans" cxnId="{E1D341DE-17A1-4018-86C3-4B78CF6348E9}">
      <dgm:prSet/>
      <dgm:spPr/>
      <dgm:t>
        <a:bodyPr/>
        <a:lstStyle/>
        <a:p>
          <a:endParaRPr lang="en-US"/>
        </a:p>
      </dgm:t>
    </dgm:pt>
    <dgm:pt modelId="{C0551D35-113F-4A2B-A3EC-A01D780A3669}">
      <dgm:prSet/>
      <dgm:spPr>
        <a:solidFill>
          <a:schemeClr val="tx2">
            <a:lumMod val="20000"/>
            <a:lumOff val="80000"/>
          </a:schemeClr>
        </a:solidFill>
      </dgm:spPr>
      <dgm:t>
        <a:bodyPr/>
        <a:lstStyle/>
        <a:p>
          <a:pPr>
            <a:buFont typeface="Arial" panose="020B0604020202020204" pitchFamily="34" charset="0"/>
            <a:buChar char="•"/>
          </a:pPr>
          <a:endParaRPr lang="en-US" dirty="0">
            <a:solidFill>
              <a:schemeClr val="tx1"/>
            </a:solidFill>
          </a:endParaRPr>
        </a:p>
      </dgm:t>
    </dgm:pt>
    <dgm:pt modelId="{A7527F34-489C-484C-8591-6893A5274B23}" type="parTrans" cxnId="{FE45B62F-60EC-4E2A-89DD-0DF80FC97D16}">
      <dgm:prSet/>
      <dgm:spPr/>
      <dgm:t>
        <a:bodyPr/>
        <a:lstStyle/>
        <a:p>
          <a:endParaRPr lang="en-US"/>
        </a:p>
      </dgm:t>
    </dgm:pt>
    <dgm:pt modelId="{F85B5E08-7841-4E30-BB0D-0782D680BCC6}" type="sibTrans" cxnId="{FE45B62F-60EC-4E2A-89DD-0DF80FC97D16}">
      <dgm:prSet/>
      <dgm:spPr/>
      <dgm:t>
        <a:bodyPr/>
        <a:lstStyle/>
        <a:p>
          <a:endParaRPr lang="en-US"/>
        </a:p>
      </dgm:t>
    </dgm:pt>
    <dgm:pt modelId="{283BB2F8-ACB3-4E14-81B7-2DFBADBC3B50}">
      <dgm:prSet/>
      <dgm:spPr>
        <a:solidFill>
          <a:schemeClr val="tx2">
            <a:lumMod val="20000"/>
            <a:lumOff val="80000"/>
          </a:schemeClr>
        </a:solidFill>
      </dgm:spPr>
      <dgm:t>
        <a:bodyPr/>
        <a:lstStyle/>
        <a:p>
          <a:endParaRPr lang="en-US" dirty="0">
            <a:solidFill>
              <a:schemeClr val="tx1"/>
            </a:solidFill>
          </a:endParaRPr>
        </a:p>
      </dgm:t>
    </dgm:pt>
    <dgm:pt modelId="{834C3876-86FA-41B3-9DB3-A8E4C52C8656}" type="parTrans" cxnId="{901B6A39-1AD0-4C43-947C-9A67558F6C8D}">
      <dgm:prSet/>
      <dgm:spPr/>
      <dgm:t>
        <a:bodyPr/>
        <a:lstStyle/>
        <a:p>
          <a:endParaRPr lang="en-US"/>
        </a:p>
      </dgm:t>
    </dgm:pt>
    <dgm:pt modelId="{E6F469AC-2D96-4806-85D3-A0ED47CFD5AC}" type="sibTrans" cxnId="{901B6A39-1AD0-4C43-947C-9A67558F6C8D}">
      <dgm:prSet/>
      <dgm:spPr/>
      <dgm:t>
        <a:bodyPr/>
        <a:lstStyle/>
        <a:p>
          <a:endParaRPr lang="en-US"/>
        </a:p>
      </dgm:t>
    </dgm:pt>
    <dgm:pt modelId="{22B5E719-E324-4FF7-8391-F1E56D3BE2FF}" type="pres">
      <dgm:prSet presAssocID="{E5E5CBDE-568C-4434-AD14-225C7F66D752}" presName="linearFlow" presStyleCnt="0">
        <dgm:presLayoutVars>
          <dgm:dir/>
          <dgm:animLvl val="lvl"/>
          <dgm:resizeHandles/>
        </dgm:presLayoutVars>
      </dgm:prSet>
      <dgm:spPr/>
    </dgm:pt>
    <dgm:pt modelId="{06F6DC7B-9388-461C-A07F-8513A6C017E3}" type="pres">
      <dgm:prSet presAssocID="{A2F9C5EE-B4A8-4385-980B-BC7B19A5F1A1}" presName="compositeNode" presStyleCnt="0">
        <dgm:presLayoutVars>
          <dgm:bulletEnabled val="1"/>
        </dgm:presLayoutVars>
      </dgm:prSet>
      <dgm:spPr/>
    </dgm:pt>
    <dgm:pt modelId="{EF82E389-7BE8-4E1F-B048-935C852E4E30}" type="pres">
      <dgm:prSet presAssocID="{A2F9C5EE-B4A8-4385-980B-BC7B19A5F1A1}" presName="image"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Group of men with solid fill"/>
        </a:ext>
      </dgm:extLst>
    </dgm:pt>
    <dgm:pt modelId="{EA06CA84-CFEF-4D30-B41E-3F6691420075}" type="pres">
      <dgm:prSet presAssocID="{A2F9C5EE-B4A8-4385-980B-BC7B19A5F1A1}" presName="childNode" presStyleLbl="node1" presStyleIdx="0" presStyleCnt="2">
        <dgm:presLayoutVars>
          <dgm:bulletEnabled val="1"/>
        </dgm:presLayoutVars>
      </dgm:prSet>
      <dgm:spPr/>
    </dgm:pt>
    <dgm:pt modelId="{5DD2878B-AF09-4CAD-A59F-B6AD7AB19EC3}" type="pres">
      <dgm:prSet presAssocID="{A2F9C5EE-B4A8-4385-980B-BC7B19A5F1A1}" presName="parentNode" presStyleLbl="revTx" presStyleIdx="0" presStyleCnt="2">
        <dgm:presLayoutVars>
          <dgm:chMax val="0"/>
          <dgm:bulletEnabled val="1"/>
        </dgm:presLayoutVars>
      </dgm:prSet>
      <dgm:spPr/>
    </dgm:pt>
    <dgm:pt modelId="{CC0C1F12-4E93-40A4-AC3C-24BF39A3FDB5}" type="pres">
      <dgm:prSet presAssocID="{255A59BB-B7AB-4FE0-8E4A-3B9A31455162}" presName="sibTrans" presStyleCnt="0"/>
      <dgm:spPr/>
    </dgm:pt>
    <dgm:pt modelId="{41BA3225-D2C1-44CA-94B0-28045E8270BA}" type="pres">
      <dgm:prSet presAssocID="{2F69E6C2-F17B-4A82-AC5E-137DE9F09D94}" presName="compositeNode" presStyleCnt="0">
        <dgm:presLayoutVars>
          <dgm:bulletEnabled val="1"/>
        </dgm:presLayoutVars>
      </dgm:prSet>
      <dgm:spPr/>
    </dgm:pt>
    <dgm:pt modelId="{FB6E89B7-5741-44B4-A2E5-F65E2290DD9E}" type="pres">
      <dgm:prSet presAssocID="{2F69E6C2-F17B-4A82-AC5E-137DE9F09D94}" presName="image" presStyleLbl="fgImgPlac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Shield Tick with solid fill"/>
        </a:ext>
      </dgm:extLst>
    </dgm:pt>
    <dgm:pt modelId="{C66E4A0B-5941-402B-AC91-B18BB1CBD66A}" type="pres">
      <dgm:prSet presAssocID="{2F69E6C2-F17B-4A82-AC5E-137DE9F09D94}" presName="childNode" presStyleLbl="node1" presStyleIdx="1" presStyleCnt="2">
        <dgm:presLayoutVars>
          <dgm:bulletEnabled val="1"/>
        </dgm:presLayoutVars>
      </dgm:prSet>
      <dgm:spPr/>
    </dgm:pt>
    <dgm:pt modelId="{350930FE-FEF7-4349-BD95-520646716573}" type="pres">
      <dgm:prSet presAssocID="{2F69E6C2-F17B-4A82-AC5E-137DE9F09D94}" presName="parentNode" presStyleLbl="revTx" presStyleIdx="1" presStyleCnt="2">
        <dgm:presLayoutVars>
          <dgm:chMax val="0"/>
          <dgm:bulletEnabled val="1"/>
        </dgm:presLayoutVars>
      </dgm:prSet>
      <dgm:spPr/>
    </dgm:pt>
  </dgm:ptLst>
  <dgm:cxnLst>
    <dgm:cxn modelId="{E83A1305-62BD-42AB-AC50-F08AF2AD6D96}" type="presOf" srcId="{A2F9C5EE-B4A8-4385-980B-BC7B19A5F1A1}" destId="{5DD2878B-AF09-4CAD-A59F-B6AD7AB19EC3}" srcOrd="0" destOrd="0" presId="urn:microsoft.com/office/officeart/2005/8/layout/hList2"/>
    <dgm:cxn modelId="{CE811A0E-01F8-439C-986D-149F7842F1FF}" type="presOf" srcId="{7CAEC4A2-536E-4455-A6D4-5E280F16DE83}" destId="{EA06CA84-CFEF-4D30-B41E-3F6691420075}" srcOrd="0" destOrd="2" presId="urn:microsoft.com/office/officeart/2005/8/layout/hList2"/>
    <dgm:cxn modelId="{7B903C1B-A61F-4764-B301-1CAFE3E889EA}" type="presOf" srcId="{C5512A22-1273-4303-87E2-0FAC061DA233}" destId="{C66E4A0B-5941-402B-AC91-B18BB1CBD66A}" srcOrd="0" destOrd="4" presId="urn:microsoft.com/office/officeart/2005/8/layout/hList2"/>
    <dgm:cxn modelId="{31CC221C-4D8C-4A2C-BC7F-E585A34BC0CD}" type="presOf" srcId="{2F69E6C2-F17B-4A82-AC5E-137DE9F09D94}" destId="{350930FE-FEF7-4349-BD95-520646716573}" srcOrd="0" destOrd="0" presId="urn:microsoft.com/office/officeart/2005/8/layout/hList2"/>
    <dgm:cxn modelId="{6E9B7127-F4C8-42E1-A1F8-2CE67EC636A6}" srcId="{2F69E6C2-F17B-4A82-AC5E-137DE9F09D94}" destId="{031CB184-053C-420B-881A-07B52825C29F}" srcOrd="2" destOrd="0" parTransId="{A6806575-50E5-47FC-BCE0-8CD43B71D38F}" sibTransId="{1F408CCD-F766-4924-A5F8-E050BAADEC73}"/>
    <dgm:cxn modelId="{FE45B62F-60EC-4E2A-89DD-0DF80FC97D16}" srcId="{2F69E6C2-F17B-4A82-AC5E-137DE9F09D94}" destId="{C0551D35-113F-4A2B-A3EC-A01D780A3669}" srcOrd="1" destOrd="0" parTransId="{A7527F34-489C-484C-8591-6893A5274B23}" sibTransId="{F85B5E08-7841-4E30-BB0D-0782D680BCC6}"/>
    <dgm:cxn modelId="{901B6A39-1AD0-4C43-947C-9A67558F6C8D}" srcId="{2F69E6C2-F17B-4A82-AC5E-137DE9F09D94}" destId="{283BB2F8-ACB3-4E14-81B7-2DFBADBC3B50}" srcOrd="3" destOrd="0" parTransId="{834C3876-86FA-41B3-9DB3-A8E4C52C8656}" sibTransId="{E6F469AC-2D96-4806-85D3-A0ED47CFD5AC}"/>
    <dgm:cxn modelId="{F5524D5E-57F9-4577-A5F1-D692D72F6B35}" type="presOf" srcId="{283BB2F8-ACB3-4E14-81B7-2DFBADBC3B50}" destId="{C66E4A0B-5941-402B-AC91-B18BB1CBD66A}" srcOrd="0" destOrd="3" presId="urn:microsoft.com/office/officeart/2005/8/layout/hList2"/>
    <dgm:cxn modelId="{12640B60-105E-42EB-A954-187E13E36DD3}" type="presOf" srcId="{C75BD659-230F-49FA-879E-800E5610BF5B}" destId="{EA06CA84-CFEF-4D30-B41E-3F6691420075}" srcOrd="0" destOrd="4" presId="urn:microsoft.com/office/officeart/2005/8/layout/hList2"/>
    <dgm:cxn modelId="{A85A1941-E4F5-4889-A962-F8B8FB78B999}" type="presOf" srcId="{019C9FC1-3B57-4A1E-AECA-54FD7E524768}" destId="{EA06CA84-CFEF-4D30-B41E-3F6691420075}" srcOrd="0" destOrd="1" presId="urn:microsoft.com/office/officeart/2005/8/layout/hList2"/>
    <dgm:cxn modelId="{6F01F762-3E86-44E3-B460-D6292B6515DC}" type="presOf" srcId="{031CB184-053C-420B-881A-07B52825C29F}" destId="{C66E4A0B-5941-402B-AC91-B18BB1CBD66A}" srcOrd="0" destOrd="2" presId="urn:microsoft.com/office/officeart/2005/8/layout/hList2"/>
    <dgm:cxn modelId="{D4332163-F754-4379-B28D-D8C61CD5DD2B}" srcId="{A2F9C5EE-B4A8-4385-980B-BC7B19A5F1A1}" destId="{9910C2D3-B769-4F5B-9A36-F3179C1FD452}" srcOrd="3" destOrd="0" parTransId="{F522EF25-73EF-4476-8A60-79D78259C0BD}" sibTransId="{C56D3D94-6267-4C07-9FB4-12A29E22BF3C}"/>
    <dgm:cxn modelId="{6CC39846-B5F4-4A11-876F-A6BAB9476E64}" type="presOf" srcId="{9CE7F066-1224-494C-999A-D1CCB40D1DEB}" destId="{C66E4A0B-5941-402B-AC91-B18BB1CBD66A}" srcOrd="0" destOrd="0" presId="urn:microsoft.com/office/officeart/2005/8/layout/hList2"/>
    <dgm:cxn modelId="{65C80C67-BB07-4E5A-9EAC-6D6BD093BF09}" srcId="{E5E5CBDE-568C-4434-AD14-225C7F66D752}" destId="{2F69E6C2-F17B-4A82-AC5E-137DE9F09D94}" srcOrd="1" destOrd="0" parTransId="{D94FCAB9-5580-472C-A6D2-D39AD8305399}" sibTransId="{5070DC8F-9E79-4AC5-92A1-990CE5A3212C}"/>
    <dgm:cxn modelId="{2F303D6D-D308-4291-956F-19414116F4BE}" srcId="{A2F9C5EE-B4A8-4385-980B-BC7B19A5F1A1}" destId="{7CAEC4A2-536E-4455-A6D4-5E280F16DE83}" srcOrd="2" destOrd="0" parTransId="{7DA9FDFA-6FF3-47AE-89D8-BDA490889A0D}" sibTransId="{FCFB7351-E145-4B13-A245-4EF8AC984446}"/>
    <dgm:cxn modelId="{02FC807B-52A0-48D9-A3B5-F224B00E85A3}" srcId="{E5E5CBDE-568C-4434-AD14-225C7F66D752}" destId="{A2F9C5EE-B4A8-4385-980B-BC7B19A5F1A1}" srcOrd="0" destOrd="0" parTransId="{DC077884-BA13-4EEB-920B-FDAF92A38181}" sibTransId="{255A59BB-B7AB-4FE0-8E4A-3B9A31455162}"/>
    <dgm:cxn modelId="{02FB107F-107E-4498-B28E-7805C5D43EEB}" srcId="{A2F9C5EE-B4A8-4385-980B-BC7B19A5F1A1}" destId="{019C9FC1-3B57-4A1E-AECA-54FD7E524768}" srcOrd="1" destOrd="0" parTransId="{5D64A805-C3E9-4B06-80F9-84803A89386F}" sibTransId="{23AC6F55-DEF9-4C53-8215-031F7AD997FB}"/>
    <dgm:cxn modelId="{A5073BBE-A86F-4887-B08F-BA779C6EFCFF}" type="presOf" srcId="{C0551D35-113F-4A2B-A3EC-A01D780A3669}" destId="{C66E4A0B-5941-402B-AC91-B18BB1CBD66A}" srcOrd="0" destOrd="1" presId="urn:microsoft.com/office/officeart/2005/8/layout/hList2"/>
    <dgm:cxn modelId="{4E123BCA-4A98-4D35-A895-8C7D0B39ED51}" type="presOf" srcId="{9910C2D3-B769-4F5B-9A36-F3179C1FD452}" destId="{EA06CA84-CFEF-4D30-B41E-3F6691420075}" srcOrd="0" destOrd="3" presId="urn:microsoft.com/office/officeart/2005/8/layout/hList2"/>
    <dgm:cxn modelId="{5BCA0CCE-6F8D-4A33-A9CA-A56028B43A28}" srcId="{A2F9C5EE-B4A8-4385-980B-BC7B19A5F1A1}" destId="{4B189824-5E39-4E9D-8AF1-20B1C42A9CED}" srcOrd="0" destOrd="0" parTransId="{4BB332CC-8CA9-45D9-BEE2-1F1BD8A41DE8}" sibTransId="{B0E6A4B1-CC1D-4B29-8FD3-636FFE351629}"/>
    <dgm:cxn modelId="{66901CD3-C536-4D41-82C5-3FFFE1D64823}" type="presOf" srcId="{E5E5CBDE-568C-4434-AD14-225C7F66D752}" destId="{22B5E719-E324-4FF7-8391-F1E56D3BE2FF}" srcOrd="0" destOrd="0" presId="urn:microsoft.com/office/officeart/2005/8/layout/hList2"/>
    <dgm:cxn modelId="{B91E38D6-F9BE-4CCF-BD90-FCC34D58E3B8}" type="presOf" srcId="{4B189824-5E39-4E9D-8AF1-20B1C42A9CED}" destId="{EA06CA84-CFEF-4D30-B41E-3F6691420075}" srcOrd="0" destOrd="0" presId="urn:microsoft.com/office/officeart/2005/8/layout/hList2"/>
    <dgm:cxn modelId="{EB15C2D9-8E2B-41FA-A88F-C6E1D359154B}" srcId="{A2F9C5EE-B4A8-4385-980B-BC7B19A5F1A1}" destId="{C75BD659-230F-49FA-879E-800E5610BF5B}" srcOrd="4" destOrd="0" parTransId="{70E36D17-FE6A-4C3F-88C9-D637B170270B}" sibTransId="{369624A2-6A5F-4A03-A304-918486420B6B}"/>
    <dgm:cxn modelId="{E1D341DE-17A1-4018-86C3-4B78CF6348E9}" srcId="{2F69E6C2-F17B-4A82-AC5E-137DE9F09D94}" destId="{C5512A22-1273-4303-87E2-0FAC061DA233}" srcOrd="4" destOrd="0" parTransId="{9F65D562-B16C-420E-A753-C1791F42046A}" sibTransId="{526FBEDD-FAE1-4C46-8929-7DCFBE51DEF4}"/>
    <dgm:cxn modelId="{4D2103EC-89B3-42C2-BDDA-1ADC25F17C76}" srcId="{2F69E6C2-F17B-4A82-AC5E-137DE9F09D94}" destId="{9CE7F066-1224-494C-999A-D1CCB40D1DEB}" srcOrd="0" destOrd="0" parTransId="{3F126FF7-6BF7-4431-98E2-A2BECC007C8E}" sibTransId="{01527280-BA44-4EE4-A37F-0CE29404A024}"/>
    <dgm:cxn modelId="{AC88365E-2DA4-4FE2-B8E7-E16FA097DA8C}" type="presParOf" srcId="{22B5E719-E324-4FF7-8391-F1E56D3BE2FF}" destId="{06F6DC7B-9388-461C-A07F-8513A6C017E3}" srcOrd="0" destOrd="0" presId="urn:microsoft.com/office/officeart/2005/8/layout/hList2"/>
    <dgm:cxn modelId="{FA5466A0-5D47-4E8A-B41F-7F713EABD55A}" type="presParOf" srcId="{06F6DC7B-9388-461C-A07F-8513A6C017E3}" destId="{EF82E389-7BE8-4E1F-B048-935C852E4E30}" srcOrd="0" destOrd="0" presId="urn:microsoft.com/office/officeart/2005/8/layout/hList2"/>
    <dgm:cxn modelId="{A9D3F143-4513-49C3-877B-1A07AE85A529}" type="presParOf" srcId="{06F6DC7B-9388-461C-A07F-8513A6C017E3}" destId="{EA06CA84-CFEF-4D30-B41E-3F6691420075}" srcOrd="1" destOrd="0" presId="urn:microsoft.com/office/officeart/2005/8/layout/hList2"/>
    <dgm:cxn modelId="{4B19BA3C-7AA1-46CA-81DE-460218CB0D5E}" type="presParOf" srcId="{06F6DC7B-9388-461C-A07F-8513A6C017E3}" destId="{5DD2878B-AF09-4CAD-A59F-B6AD7AB19EC3}" srcOrd="2" destOrd="0" presId="urn:microsoft.com/office/officeart/2005/8/layout/hList2"/>
    <dgm:cxn modelId="{0DB4DFF8-742A-4809-BFC2-5A538C908F69}" type="presParOf" srcId="{22B5E719-E324-4FF7-8391-F1E56D3BE2FF}" destId="{CC0C1F12-4E93-40A4-AC3C-24BF39A3FDB5}" srcOrd="1" destOrd="0" presId="urn:microsoft.com/office/officeart/2005/8/layout/hList2"/>
    <dgm:cxn modelId="{AFBB74D9-D4A7-4AB1-9B5F-9AF861F3F8EA}" type="presParOf" srcId="{22B5E719-E324-4FF7-8391-F1E56D3BE2FF}" destId="{41BA3225-D2C1-44CA-94B0-28045E8270BA}" srcOrd="2" destOrd="0" presId="urn:microsoft.com/office/officeart/2005/8/layout/hList2"/>
    <dgm:cxn modelId="{EB73877D-52B2-4626-9CFC-5425967F7FE5}" type="presParOf" srcId="{41BA3225-D2C1-44CA-94B0-28045E8270BA}" destId="{FB6E89B7-5741-44B4-A2E5-F65E2290DD9E}" srcOrd="0" destOrd="0" presId="urn:microsoft.com/office/officeart/2005/8/layout/hList2"/>
    <dgm:cxn modelId="{BF41DA7B-A410-4DF9-A85A-8ACCD3D35B1D}" type="presParOf" srcId="{41BA3225-D2C1-44CA-94B0-28045E8270BA}" destId="{C66E4A0B-5941-402B-AC91-B18BB1CBD66A}" srcOrd="1" destOrd="0" presId="urn:microsoft.com/office/officeart/2005/8/layout/hList2"/>
    <dgm:cxn modelId="{326DA1FB-3F4A-4CB1-A9C4-0C9D5E9C79C2}" type="presParOf" srcId="{41BA3225-D2C1-44CA-94B0-28045E8270BA}" destId="{350930FE-FEF7-4349-BD95-520646716573}" srcOrd="2" destOrd="0" presId="urn:microsoft.com/office/officeart/2005/8/layout/hList2"/>
  </dgm:cxnLst>
  <dgm:bg>
    <a:noFill/>
  </dgm:bg>
  <dgm:whole/>
  <dgm:extLst>
    <a:ext uri="http://schemas.microsoft.com/office/drawing/2008/diagram">
      <dsp:dataModelExt xmlns:dsp="http://schemas.microsoft.com/office/drawing/2008/diagram" relId="rId14"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DD686F-7CA3-41CE-A41D-051D425C986C}" type="doc">
      <dgm:prSet loTypeId="urn:microsoft.com/office/officeart/2005/8/layout/hierarchy2" loCatId="hierarchy" qsTypeId="urn:microsoft.com/office/officeart/2005/8/quickstyle/simple1" qsCatId="simple" csTypeId="urn:microsoft.com/office/officeart/2005/8/colors/accent4_5" csCatId="accent4" phldr="1"/>
      <dgm:spPr/>
      <dgm:t>
        <a:bodyPr/>
        <a:lstStyle/>
        <a:p>
          <a:endParaRPr lang="en-US"/>
        </a:p>
      </dgm:t>
    </dgm:pt>
    <dgm:pt modelId="{710FD13D-8A2C-4117-9AE0-02F2E7C9F197}">
      <dgm:prSet phldrT="[Text]"/>
      <dgm:spPr/>
      <dgm:t>
        <a:bodyPr/>
        <a:lstStyle/>
        <a:p>
          <a:r>
            <a:rPr lang="en-US" dirty="0">
              <a:solidFill>
                <a:schemeClr val="tx1"/>
              </a:solidFill>
            </a:rPr>
            <a:t>User Empowerment</a:t>
          </a:r>
        </a:p>
      </dgm:t>
    </dgm:pt>
    <dgm:pt modelId="{B5E19BF7-5D38-4FC7-9254-59AF2F387FB2}" type="parTrans" cxnId="{963770ED-AC82-4562-8369-1B1667BEAB3C}">
      <dgm:prSet/>
      <dgm:spPr/>
      <dgm:t>
        <a:bodyPr/>
        <a:lstStyle/>
        <a:p>
          <a:endParaRPr lang="en-US"/>
        </a:p>
      </dgm:t>
    </dgm:pt>
    <dgm:pt modelId="{1C9D5BD4-B1DC-4F05-9C7C-9E604CFBC292}" type="sibTrans" cxnId="{963770ED-AC82-4562-8369-1B1667BEAB3C}">
      <dgm:prSet/>
      <dgm:spPr/>
      <dgm:t>
        <a:bodyPr/>
        <a:lstStyle/>
        <a:p>
          <a:endParaRPr lang="en-US"/>
        </a:p>
      </dgm:t>
    </dgm:pt>
    <dgm:pt modelId="{4C1F3713-BFDA-4573-94F0-4F08B5324CF0}">
      <dgm:prSet phldrT="[Text]"/>
      <dgm:spPr/>
      <dgm:t>
        <a:bodyPr/>
        <a:lstStyle/>
        <a:p>
          <a:r>
            <a:rPr lang="en-US" dirty="0">
              <a:solidFill>
                <a:schemeClr val="tx1"/>
              </a:solidFill>
            </a:rPr>
            <a:t>Direct control to manage personal data</a:t>
          </a:r>
        </a:p>
      </dgm:t>
    </dgm:pt>
    <dgm:pt modelId="{04F53443-0462-43BD-BC53-64A1192C1080}" type="parTrans" cxnId="{96469684-2765-4DB3-860E-91CE64589CB0}">
      <dgm:prSet/>
      <dgm:spPr/>
      <dgm:t>
        <a:bodyPr/>
        <a:lstStyle/>
        <a:p>
          <a:endParaRPr lang="en-US"/>
        </a:p>
      </dgm:t>
    </dgm:pt>
    <dgm:pt modelId="{8CA8D763-4B80-4492-9C6A-048276FEC437}" type="sibTrans" cxnId="{96469684-2765-4DB3-860E-91CE64589CB0}">
      <dgm:prSet/>
      <dgm:spPr/>
      <dgm:t>
        <a:bodyPr/>
        <a:lstStyle/>
        <a:p>
          <a:endParaRPr lang="en-US"/>
        </a:p>
      </dgm:t>
    </dgm:pt>
    <dgm:pt modelId="{06C6ACE5-A554-4D94-9941-5734005B8F80}">
      <dgm:prSet phldrT="[Text]"/>
      <dgm:spPr/>
      <dgm:t>
        <a:bodyPr/>
        <a:lstStyle/>
        <a:p>
          <a:r>
            <a:rPr lang="en-US" dirty="0">
              <a:solidFill>
                <a:schemeClr val="tx1"/>
              </a:solidFill>
            </a:rPr>
            <a:t>Accessible information</a:t>
          </a:r>
        </a:p>
      </dgm:t>
    </dgm:pt>
    <dgm:pt modelId="{2B1890F2-4E2D-45E7-BB25-75B9763B24DF}" type="parTrans" cxnId="{590783EC-1ADB-4C85-BE8E-7037D0440B0F}">
      <dgm:prSet/>
      <dgm:spPr/>
      <dgm:t>
        <a:bodyPr/>
        <a:lstStyle/>
        <a:p>
          <a:endParaRPr lang="en-US"/>
        </a:p>
      </dgm:t>
    </dgm:pt>
    <dgm:pt modelId="{A2E19DF2-26EB-4EA8-8C35-82CE2102FC6F}" type="sibTrans" cxnId="{590783EC-1ADB-4C85-BE8E-7037D0440B0F}">
      <dgm:prSet/>
      <dgm:spPr/>
      <dgm:t>
        <a:bodyPr/>
        <a:lstStyle/>
        <a:p>
          <a:endParaRPr lang="en-US"/>
        </a:p>
      </dgm:t>
    </dgm:pt>
    <dgm:pt modelId="{8A7CCDDA-E73E-40CC-9AA8-9F2BBFDEB92F}">
      <dgm:prSet phldrT="[Text]"/>
      <dgm:spPr/>
      <dgm:t>
        <a:bodyPr/>
        <a:lstStyle/>
        <a:p>
          <a:r>
            <a:rPr lang="en-US" dirty="0">
              <a:solidFill>
                <a:schemeClr val="tx1"/>
              </a:solidFill>
            </a:rPr>
            <a:t>Privacy Tools</a:t>
          </a:r>
        </a:p>
      </dgm:t>
    </dgm:pt>
    <dgm:pt modelId="{D987F9C8-FB3A-43FD-A513-04826816BC3B}" type="parTrans" cxnId="{EB9B60C0-51B0-42DC-89B3-E6858CEDAF01}">
      <dgm:prSet/>
      <dgm:spPr/>
      <dgm:t>
        <a:bodyPr/>
        <a:lstStyle/>
        <a:p>
          <a:endParaRPr lang="en-US"/>
        </a:p>
      </dgm:t>
    </dgm:pt>
    <dgm:pt modelId="{64B52217-5B12-42A3-B9CC-C69B7D5D97BE}" type="sibTrans" cxnId="{EB9B60C0-51B0-42DC-89B3-E6858CEDAF01}">
      <dgm:prSet/>
      <dgm:spPr/>
      <dgm:t>
        <a:bodyPr/>
        <a:lstStyle/>
        <a:p>
          <a:endParaRPr lang="en-US"/>
        </a:p>
      </dgm:t>
    </dgm:pt>
    <dgm:pt modelId="{7DFB0CA0-51F4-4621-8C6C-EACE005C9027}" type="pres">
      <dgm:prSet presAssocID="{69DD686F-7CA3-41CE-A41D-051D425C986C}" presName="diagram" presStyleCnt="0">
        <dgm:presLayoutVars>
          <dgm:chPref val="1"/>
          <dgm:dir/>
          <dgm:animOne val="branch"/>
          <dgm:animLvl val="lvl"/>
          <dgm:resizeHandles val="exact"/>
        </dgm:presLayoutVars>
      </dgm:prSet>
      <dgm:spPr/>
    </dgm:pt>
    <dgm:pt modelId="{14FDB816-4D82-4B0B-9B38-1C117916B5E1}" type="pres">
      <dgm:prSet presAssocID="{710FD13D-8A2C-4117-9AE0-02F2E7C9F197}" presName="root1" presStyleCnt="0"/>
      <dgm:spPr/>
    </dgm:pt>
    <dgm:pt modelId="{5210860A-F46B-4BBE-8ED2-738BF121CB98}" type="pres">
      <dgm:prSet presAssocID="{710FD13D-8A2C-4117-9AE0-02F2E7C9F197}" presName="LevelOneTextNode" presStyleLbl="node0" presStyleIdx="0" presStyleCnt="1">
        <dgm:presLayoutVars>
          <dgm:chPref val="3"/>
        </dgm:presLayoutVars>
      </dgm:prSet>
      <dgm:spPr/>
    </dgm:pt>
    <dgm:pt modelId="{0EAD6122-3BD1-46E7-8052-2FBEC0E38F67}" type="pres">
      <dgm:prSet presAssocID="{710FD13D-8A2C-4117-9AE0-02F2E7C9F197}" presName="level2hierChild" presStyleCnt="0"/>
      <dgm:spPr/>
    </dgm:pt>
    <dgm:pt modelId="{A2834C0D-BAFF-47F6-8455-399D5FA35BF3}" type="pres">
      <dgm:prSet presAssocID="{04F53443-0462-43BD-BC53-64A1192C1080}" presName="conn2-1" presStyleLbl="parChTrans1D2" presStyleIdx="0" presStyleCnt="3"/>
      <dgm:spPr/>
    </dgm:pt>
    <dgm:pt modelId="{5DD731C6-4EB4-4978-B429-949047BAC384}" type="pres">
      <dgm:prSet presAssocID="{04F53443-0462-43BD-BC53-64A1192C1080}" presName="connTx" presStyleLbl="parChTrans1D2" presStyleIdx="0" presStyleCnt="3"/>
      <dgm:spPr/>
    </dgm:pt>
    <dgm:pt modelId="{021FFF59-DADC-4C3F-AAC9-EA353AE015B3}" type="pres">
      <dgm:prSet presAssocID="{4C1F3713-BFDA-4573-94F0-4F08B5324CF0}" presName="root2" presStyleCnt="0"/>
      <dgm:spPr/>
    </dgm:pt>
    <dgm:pt modelId="{F15903E6-40C9-454A-A0AB-B7023BC6159D}" type="pres">
      <dgm:prSet presAssocID="{4C1F3713-BFDA-4573-94F0-4F08B5324CF0}" presName="LevelTwoTextNode" presStyleLbl="node2" presStyleIdx="0" presStyleCnt="3">
        <dgm:presLayoutVars>
          <dgm:chPref val="3"/>
        </dgm:presLayoutVars>
      </dgm:prSet>
      <dgm:spPr/>
    </dgm:pt>
    <dgm:pt modelId="{FE2A5E92-38C7-4CB8-99B1-A0A56FA62E0E}" type="pres">
      <dgm:prSet presAssocID="{4C1F3713-BFDA-4573-94F0-4F08B5324CF0}" presName="level3hierChild" presStyleCnt="0"/>
      <dgm:spPr/>
    </dgm:pt>
    <dgm:pt modelId="{BF42033B-40DB-4A9F-B723-4278730BBD4C}" type="pres">
      <dgm:prSet presAssocID="{2B1890F2-4E2D-45E7-BB25-75B9763B24DF}" presName="conn2-1" presStyleLbl="parChTrans1D2" presStyleIdx="1" presStyleCnt="3"/>
      <dgm:spPr/>
    </dgm:pt>
    <dgm:pt modelId="{6670B842-B870-4154-81DB-86F94D327023}" type="pres">
      <dgm:prSet presAssocID="{2B1890F2-4E2D-45E7-BB25-75B9763B24DF}" presName="connTx" presStyleLbl="parChTrans1D2" presStyleIdx="1" presStyleCnt="3"/>
      <dgm:spPr/>
    </dgm:pt>
    <dgm:pt modelId="{8EA76339-B411-4794-BDA1-A89E65803381}" type="pres">
      <dgm:prSet presAssocID="{06C6ACE5-A554-4D94-9941-5734005B8F80}" presName="root2" presStyleCnt="0"/>
      <dgm:spPr/>
    </dgm:pt>
    <dgm:pt modelId="{519BA88E-5177-4046-B3C0-4402D1D766C7}" type="pres">
      <dgm:prSet presAssocID="{06C6ACE5-A554-4D94-9941-5734005B8F80}" presName="LevelTwoTextNode" presStyleLbl="node2" presStyleIdx="1" presStyleCnt="3">
        <dgm:presLayoutVars>
          <dgm:chPref val="3"/>
        </dgm:presLayoutVars>
      </dgm:prSet>
      <dgm:spPr/>
    </dgm:pt>
    <dgm:pt modelId="{743394D2-2108-4C93-989E-A0BBECB728CB}" type="pres">
      <dgm:prSet presAssocID="{06C6ACE5-A554-4D94-9941-5734005B8F80}" presName="level3hierChild" presStyleCnt="0"/>
      <dgm:spPr/>
    </dgm:pt>
    <dgm:pt modelId="{A8206FE8-7AC5-4510-BE25-54EF3976A3DD}" type="pres">
      <dgm:prSet presAssocID="{D987F9C8-FB3A-43FD-A513-04826816BC3B}" presName="conn2-1" presStyleLbl="parChTrans1D2" presStyleIdx="2" presStyleCnt="3"/>
      <dgm:spPr/>
    </dgm:pt>
    <dgm:pt modelId="{F2B3F0A7-5768-4CD1-ACEE-4698171032BD}" type="pres">
      <dgm:prSet presAssocID="{D987F9C8-FB3A-43FD-A513-04826816BC3B}" presName="connTx" presStyleLbl="parChTrans1D2" presStyleIdx="2" presStyleCnt="3"/>
      <dgm:spPr/>
    </dgm:pt>
    <dgm:pt modelId="{2A1D8CF5-4093-40D8-BAEF-727014004CA2}" type="pres">
      <dgm:prSet presAssocID="{8A7CCDDA-E73E-40CC-9AA8-9F2BBFDEB92F}" presName="root2" presStyleCnt="0"/>
      <dgm:spPr/>
    </dgm:pt>
    <dgm:pt modelId="{A47F1FB8-C473-429E-AE56-B1CF078A56B3}" type="pres">
      <dgm:prSet presAssocID="{8A7CCDDA-E73E-40CC-9AA8-9F2BBFDEB92F}" presName="LevelTwoTextNode" presStyleLbl="node2" presStyleIdx="2" presStyleCnt="3">
        <dgm:presLayoutVars>
          <dgm:chPref val="3"/>
        </dgm:presLayoutVars>
      </dgm:prSet>
      <dgm:spPr/>
    </dgm:pt>
    <dgm:pt modelId="{386DB28E-2213-474B-ADA0-B647C5C657E6}" type="pres">
      <dgm:prSet presAssocID="{8A7CCDDA-E73E-40CC-9AA8-9F2BBFDEB92F}" presName="level3hierChild" presStyleCnt="0"/>
      <dgm:spPr/>
    </dgm:pt>
  </dgm:ptLst>
  <dgm:cxnLst>
    <dgm:cxn modelId="{85751618-598F-46C1-A216-64A48F1F86B5}" type="presOf" srcId="{04F53443-0462-43BD-BC53-64A1192C1080}" destId="{A2834C0D-BAFF-47F6-8455-399D5FA35BF3}" srcOrd="0" destOrd="0" presId="urn:microsoft.com/office/officeart/2005/8/layout/hierarchy2"/>
    <dgm:cxn modelId="{744D1326-313D-4FC4-AB38-DBC3BBBB3F6D}" type="presOf" srcId="{8A7CCDDA-E73E-40CC-9AA8-9F2BBFDEB92F}" destId="{A47F1FB8-C473-429E-AE56-B1CF078A56B3}" srcOrd="0" destOrd="0" presId="urn:microsoft.com/office/officeart/2005/8/layout/hierarchy2"/>
    <dgm:cxn modelId="{7B46BF2F-DB05-4636-92C7-E35A93B807C8}" type="presOf" srcId="{69DD686F-7CA3-41CE-A41D-051D425C986C}" destId="{7DFB0CA0-51F4-4621-8C6C-EACE005C9027}" srcOrd="0" destOrd="0" presId="urn:microsoft.com/office/officeart/2005/8/layout/hierarchy2"/>
    <dgm:cxn modelId="{251BCD39-1F95-4939-8C27-5C873CEE2C59}" type="presOf" srcId="{2B1890F2-4E2D-45E7-BB25-75B9763B24DF}" destId="{BF42033B-40DB-4A9F-B723-4278730BBD4C}" srcOrd="0" destOrd="0" presId="urn:microsoft.com/office/officeart/2005/8/layout/hierarchy2"/>
    <dgm:cxn modelId="{7581C167-6017-407E-AEF4-FA6428E70C10}" type="presOf" srcId="{D987F9C8-FB3A-43FD-A513-04826816BC3B}" destId="{F2B3F0A7-5768-4CD1-ACEE-4698171032BD}" srcOrd="1" destOrd="0" presId="urn:microsoft.com/office/officeart/2005/8/layout/hierarchy2"/>
    <dgm:cxn modelId="{685EE96E-7CE4-4DEC-9862-6342B56867A4}" type="presOf" srcId="{D987F9C8-FB3A-43FD-A513-04826816BC3B}" destId="{A8206FE8-7AC5-4510-BE25-54EF3976A3DD}" srcOrd="0" destOrd="0" presId="urn:microsoft.com/office/officeart/2005/8/layout/hierarchy2"/>
    <dgm:cxn modelId="{4FA02F74-6C84-48B9-94E1-DE46702FF6D7}" type="presOf" srcId="{4C1F3713-BFDA-4573-94F0-4F08B5324CF0}" destId="{F15903E6-40C9-454A-A0AB-B7023BC6159D}" srcOrd="0" destOrd="0" presId="urn:microsoft.com/office/officeart/2005/8/layout/hierarchy2"/>
    <dgm:cxn modelId="{77257E58-43DB-456A-BAC9-3DD080A5273F}" type="presOf" srcId="{06C6ACE5-A554-4D94-9941-5734005B8F80}" destId="{519BA88E-5177-4046-B3C0-4402D1D766C7}" srcOrd="0" destOrd="0" presId="urn:microsoft.com/office/officeart/2005/8/layout/hierarchy2"/>
    <dgm:cxn modelId="{6299537C-E1A2-475B-914B-F994825FE83E}" type="presOf" srcId="{04F53443-0462-43BD-BC53-64A1192C1080}" destId="{5DD731C6-4EB4-4978-B429-949047BAC384}" srcOrd="1" destOrd="0" presId="urn:microsoft.com/office/officeart/2005/8/layout/hierarchy2"/>
    <dgm:cxn modelId="{96469684-2765-4DB3-860E-91CE64589CB0}" srcId="{710FD13D-8A2C-4117-9AE0-02F2E7C9F197}" destId="{4C1F3713-BFDA-4573-94F0-4F08B5324CF0}" srcOrd="0" destOrd="0" parTransId="{04F53443-0462-43BD-BC53-64A1192C1080}" sibTransId="{8CA8D763-4B80-4492-9C6A-048276FEC437}"/>
    <dgm:cxn modelId="{D6179585-ADB5-4A5E-B095-2C9C409E24A0}" type="presOf" srcId="{2B1890F2-4E2D-45E7-BB25-75B9763B24DF}" destId="{6670B842-B870-4154-81DB-86F94D327023}" srcOrd="1" destOrd="0" presId="urn:microsoft.com/office/officeart/2005/8/layout/hierarchy2"/>
    <dgm:cxn modelId="{EB9B60C0-51B0-42DC-89B3-E6858CEDAF01}" srcId="{710FD13D-8A2C-4117-9AE0-02F2E7C9F197}" destId="{8A7CCDDA-E73E-40CC-9AA8-9F2BBFDEB92F}" srcOrd="2" destOrd="0" parTransId="{D987F9C8-FB3A-43FD-A513-04826816BC3B}" sibTransId="{64B52217-5B12-42A3-B9CC-C69B7D5D97BE}"/>
    <dgm:cxn modelId="{590783EC-1ADB-4C85-BE8E-7037D0440B0F}" srcId="{710FD13D-8A2C-4117-9AE0-02F2E7C9F197}" destId="{06C6ACE5-A554-4D94-9941-5734005B8F80}" srcOrd="1" destOrd="0" parTransId="{2B1890F2-4E2D-45E7-BB25-75B9763B24DF}" sibTransId="{A2E19DF2-26EB-4EA8-8C35-82CE2102FC6F}"/>
    <dgm:cxn modelId="{963770ED-AC82-4562-8369-1B1667BEAB3C}" srcId="{69DD686F-7CA3-41CE-A41D-051D425C986C}" destId="{710FD13D-8A2C-4117-9AE0-02F2E7C9F197}" srcOrd="0" destOrd="0" parTransId="{B5E19BF7-5D38-4FC7-9254-59AF2F387FB2}" sibTransId="{1C9D5BD4-B1DC-4F05-9C7C-9E604CFBC292}"/>
    <dgm:cxn modelId="{3F533BF9-FE7A-4AB3-AA9B-644748B9B7DB}" type="presOf" srcId="{710FD13D-8A2C-4117-9AE0-02F2E7C9F197}" destId="{5210860A-F46B-4BBE-8ED2-738BF121CB98}" srcOrd="0" destOrd="0" presId="urn:microsoft.com/office/officeart/2005/8/layout/hierarchy2"/>
    <dgm:cxn modelId="{709E4208-80EC-4EF8-8602-716A571E7C1C}" type="presParOf" srcId="{7DFB0CA0-51F4-4621-8C6C-EACE005C9027}" destId="{14FDB816-4D82-4B0B-9B38-1C117916B5E1}" srcOrd="0" destOrd="0" presId="urn:microsoft.com/office/officeart/2005/8/layout/hierarchy2"/>
    <dgm:cxn modelId="{33FEEE6E-3C2D-49E7-87D9-0F1875A7C282}" type="presParOf" srcId="{14FDB816-4D82-4B0B-9B38-1C117916B5E1}" destId="{5210860A-F46B-4BBE-8ED2-738BF121CB98}" srcOrd="0" destOrd="0" presId="urn:microsoft.com/office/officeart/2005/8/layout/hierarchy2"/>
    <dgm:cxn modelId="{3332B177-0E08-460D-9D6C-1297C5863B27}" type="presParOf" srcId="{14FDB816-4D82-4B0B-9B38-1C117916B5E1}" destId="{0EAD6122-3BD1-46E7-8052-2FBEC0E38F67}" srcOrd="1" destOrd="0" presId="urn:microsoft.com/office/officeart/2005/8/layout/hierarchy2"/>
    <dgm:cxn modelId="{9410EF0C-6A87-404D-A306-E94D79DAF1AC}" type="presParOf" srcId="{0EAD6122-3BD1-46E7-8052-2FBEC0E38F67}" destId="{A2834C0D-BAFF-47F6-8455-399D5FA35BF3}" srcOrd="0" destOrd="0" presId="urn:microsoft.com/office/officeart/2005/8/layout/hierarchy2"/>
    <dgm:cxn modelId="{10C9E6D3-9103-431F-BBAD-6864F47601A0}" type="presParOf" srcId="{A2834C0D-BAFF-47F6-8455-399D5FA35BF3}" destId="{5DD731C6-4EB4-4978-B429-949047BAC384}" srcOrd="0" destOrd="0" presId="urn:microsoft.com/office/officeart/2005/8/layout/hierarchy2"/>
    <dgm:cxn modelId="{F35328F1-A5BE-46E9-92B3-071E025B39EB}" type="presParOf" srcId="{0EAD6122-3BD1-46E7-8052-2FBEC0E38F67}" destId="{021FFF59-DADC-4C3F-AAC9-EA353AE015B3}" srcOrd="1" destOrd="0" presId="urn:microsoft.com/office/officeart/2005/8/layout/hierarchy2"/>
    <dgm:cxn modelId="{E4B8144F-E40F-44B9-BCEB-AD811839F5CE}" type="presParOf" srcId="{021FFF59-DADC-4C3F-AAC9-EA353AE015B3}" destId="{F15903E6-40C9-454A-A0AB-B7023BC6159D}" srcOrd="0" destOrd="0" presId="urn:microsoft.com/office/officeart/2005/8/layout/hierarchy2"/>
    <dgm:cxn modelId="{E267A88C-F936-4625-9966-FA125362F540}" type="presParOf" srcId="{021FFF59-DADC-4C3F-AAC9-EA353AE015B3}" destId="{FE2A5E92-38C7-4CB8-99B1-A0A56FA62E0E}" srcOrd="1" destOrd="0" presId="urn:microsoft.com/office/officeart/2005/8/layout/hierarchy2"/>
    <dgm:cxn modelId="{60996D48-A9F4-4292-B162-AE02CE9316F4}" type="presParOf" srcId="{0EAD6122-3BD1-46E7-8052-2FBEC0E38F67}" destId="{BF42033B-40DB-4A9F-B723-4278730BBD4C}" srcOrd="2" destOrd="0" presId="urn:microsoft.com/office/officeart/2005/8/layout/hierarchy2"/>
    <dgm:cxn modelId="{3C82279C-1D92-483D-9B98-A71A9529B470}" type="presParOf" srcId="{BF42033B-40DB-4A9F-B723-4278730BBD4C}" destId="{6670B842-B870-4154-81DB-86F94D327023}" srcOrd="0" destOrd="0" presId="urn:microsoft.com/office/officeart/2005/8/layout/hierarchy2"/>
    <dgm:cxn modelId="{BCDD42D6-9208-48BF-BEF7-9811288DA27E}" type="presParOf" srcId="{0EAD6122-3BD1-46E7-8052-2FBEC0E38F67}" destId="{8EA76339-B411-4794-BDA1-A89E65803381}" srcOrd="3" destOrd="0" presId="urn:microsoft.com/office/officeart/2005/8/layout/hierarchy2"/>
    <dgm:cxn modelId="{9B8FA73A-FCB2-4678-B7DC-E4BD30B1F034}" type="presParOf" srcId="{8EA76339-B411-4794-BDA1-A89E65803381}" destId="{519BA88E-5177-4046-B3C0-4402D1D766C7}" srcOrd="0" destOrd="0" presId="urn:microsoft.com/office/officeart/2005/8/layout/hierarchy2"/>
    <dgm:cxn modelId="{21C96CE9-1716-41EA-B5D2-FF69396448F2}" type="presParOf" srcId="{8EA76339-B411-4794-BDA1-A89E65803381}" destId="{743394D2-2108-4C93-989E-A0BBECB728CB}" srcOrd="1" destOrd="0" presId="urn:microsoft.com/office/officeart/2005/8/layout/hierarchy2"/>
    <dgm:cxn modelId="{85D366FB-D4A7-4BE8-A27E-E2D8DA28B07E}" type="presParOf" srcId="{0EAD6122-3BD1-46E7-8052-2FBEC0E38F67}" destId="{A8206FE8-7AC5-4510-BE25-54EF3976A3DD}" srcOrd="4" destOrd="0" presId="urn:microsoft.com/office/officeart/2005/8/layout/hierarchy2"/>
    <dgm:cxn modelId="{572C3B1E-BA6A-43E9-993A-AD1C95C885E9}" type="presParOf" srcId="{A8206FE8-7AC5-4510-BE25-54EF3976A3DD}" destId="{F2B3F0A7-5768-4CD1-ACEE-4698171032BD}" srcOrd="0" destOrd="0" presId="urn:microsoft.com/office/officeart/2005/8/layout/hierarchy2"/>
    <dgm:cxn modelId="{743762D5-70CF-428E-A081-1A70140973CC}" type="presParOf" srcId="{0EAD6122-3BD1-46E7-8052-2FBEC0E38F67}" destId="{2A1D8CF5-4093-40D8-BAEF-727014004CA2}" srcOrd="5" destOrd="0" presId="urn:microsoft.com/office/officeart/2005/8/layout/hierarchy2"/>
    <dgm:cxn modelId="{110BB26E-5E4D-4AA4-A7E3-BA286138B3D7}" type="presParOf" srcId="{2A1D8CF5-4093-40D8-BAEF-727014004CA2}" destId="{A47F1FB8-C473-429E-AE56-B1CF078A56B3}" srcOrd="0" destOrd="0" presId="urn:microsoft.com/office/officeart/2005/8/layout/hierarchy2"/>
    <dgm:cxn modelId="{E7BECCA5-E415-4B20-B869-85E4F3A100FC}" type="presParOf" srcId="{2A1D8CF5-4093-40D8-BAEF-727014004CA2}" destId="{386DB28E-2213-474B-ADA0-B647C5C657E6}" srcOrd="1" destOrd="0" presId="urn:microsoft.com/office/officeart/2005/8/layout/hierarchy2"/>
  </dgm:cxnLst>
  <dgm:bg/>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C90501E2-C021-48A1-91CE-82C7FC4812A9}" type="doc">
      <dgm:prSet loTypeId="urn:microsoft.com/office/officeart/2005/8/layout/hierarchy5" loCatId="hierarchy" qsTypeId="urn:microsoft.com/office/officeart/2005/8/quickstyle/simple1" qsCatId="simple" csTypeId="urn:microsoft.com/office/officeart/2005/8/colors/accent4_5" csCatId="accent4" phldr="1"/>
      <dgm:spPr/>
      <dgm:t>
        <a:bodyPr/>
        <a:lstStyle/>
        <a:p>
          <a:endParaRPr lang="en-US"/>
        </a:p>
      </dgm:t>
    </dgm:pt>
    <dgm:pt modelId="{CEB238A5-4DC0-419B-B6B6-18E2E96DAA71}">
      <dgm:prSet phldrT="[Text]"/>
      <dgm:spPr/>
      <dgm:t>
        <a:bodyPr/>
        <a:lstStyle/>
        <a:p>
          <a:r>
            <a:rPr lang="en-US" dirty="0">
              <a:solidFill>
                <a:schemeClr val="tx1"/>
              </a:solidFill>
            </a:rPr>
            <a:t>Transparency</a:t>
          </a:r>
        </a:p>
      </dgm:t>
    </dgm:pt>
    <dgm:pt modelId="{1145CE87-6D52-4571-8EDF-F08EC03F4A40}" type="parTrans" cxnId="{D8C979A5-E2D9-4B42-AFB4-B919991D5D98}">
      <dgm:prSet/>
      <dgm:spPr/>
      <dgm:t>
        <a:bodyPr/>
        <a:lstStyle/>
        <a:p>
          <a:endParaRPr lang="en-US"/>
        </a:p>
      </dgm:t>
    </dgm:pt>
    <dgm:pt modelId="{211A1292-C41C-4697-B6CF-4D6854CAF422}" type="sibTrans" cxnId="{D8C979A5-E2D9-4B42-AFB4-B919991D5D98}">
      <dgm:prSet/>
      <dgm:spPr/>
      <dgm:t>
        <a:bodyPr/>
        <a:lstStyle/>
        <a:p>
          <a:endParaRPr lang="en-US"/>
        </a:p>
      </dgm:t>
    </dgm:pt>
    <dgm:pt modelId="{50FFCC42-03D1-4669-972C-E2930E3DBD99}">
      <dgm:prSet phldrT="[Text]"/>
      <dgm:spPr/>
      <dgm:t>
        <a:bodyPr/>
        <a:lstStyle/>
        <a:p>
          <a:r>
            <a:rPr lang="en-US" dirty="0">
              <a:solidFill>
                <a:schemeClr val="tx1"/>
              </a:solidFill>
            </a:rPr>
            <a:t>Detailed disclosures</a:t>
          </a:r>
        </a:p>
      </dgm:t>
    </dgm:pt>
    <dgm:pt modelId="{AFE67BCC-3124-4782-8EB5-2CB61647204E}" type="parTrans" cxnId="{AFAF0226-07E4-47C0-AC3D-9F06A0CBA599}">
      <dgm:prSet/>
      <dgm:spPr/>
      <dgm:t>
        <a:bodyPr/>
        <a:lstStyle/>
        <a:p>
          <a:endParaRPr lang="en-US"/>
        </a:p>
      </dgm:t>
    </dgm:pt>
    <dgm:pt modelId="{3EBF7932-1469-4B9C-8BA0-3238F75DD454}" type="sibTrans" cxnId="{AFAF0226-07E4-47C0-AC3D-9F06A0CBA599}">
      <dgm:prSet/>
      <dgm:spPr/>
      <dgm:t>
        <a:bodyPr/>
        <a:lstStyle/>
        <a:p>
          <a:endParaRPr lang="en-US"/>
        </a:p>
      </dgm:t>
    </dgm:pt>
    <dgm:pt modelId="{B70A2DA7-2FF1-4728-B144-E74FDA83B237}">
      <dgm:prSet phldrT="[Text]"/>
      <dgm:spPr/>
      <dgm:t>
        <a:bodyPr/>
        <a:lstStyle/>
        <a:p>
          <a:r>
            <a:rPr lang="en-US" dirty="0">
              <a:solidFill>
                <a:schemeClr val="tx1"/>
              </a:solidFill>
            </a:rPr>
            <a:t>Communicating regular updates</a:t>
          </a:r>
        </a:p>
      </dgm:t>
    </dgm:pt>
    <dgm:pt modelId="{878AEAA4-961D-4805-817E-D91150DAD7C6}" type="parTrans" cxnId="{E4154819-F4C3-47F7-BFDA-D90A06F72ACC}">
      <dgm:prSet/>
      <dgm:spPr/>
      <dgm:t>
        <a:bodyPr/>
        <a:lstStyle/>
        <a:p>
          <a:endParaRPr lang="en-US"/>
        </a:p>
      </dgm:t>
    </dgm:pt>
    <dgm:pt modelId="{C50CC283-A6F8-497B-8DBF-7EB2F350B85E}" type="sibTrans" cxnId="{E4154819-F4C3-47F7-BFDA-D90A06F72ACC}">
      <dgm:prSet/>
      <dgm:spPr/>
      <dgm:t>
        <a:bodyPr/>
        <a:lstStyle/>
        <a:p>
          <a:endParaRPr lang="en-US"/>
        </a:p>
      </dgm:t>
    </dgm:pt>
    <dgm:pt modelId="{96E6BCC5-9C33-4383-B448-BDBEEAA982B3}">
      <dgm:prSet phldrT="[Text]"/>
      <dgm:spPr/>
      <dgm:t>
        <a:bodyPr/>
        <a:lstStyle/>
        <a:p>
          <a:r>
            <a:rPr lang="en-US" dirty="0">
              <a:solidFill>
                <a:schemeClr val="tx1"/>
              </a:solidFill>
            </a:rPr>
            <a:t>Simplifies complex terms</a:t>
          </a:r>
        </a:p>
      </dgm:t>
    </dgm:pt>
    <dgm:pt modelId="{83E722C8-7CEA-43CD-A770-85EBC80177D8}" type="parTrans" cxnId="{825B26FB-6343-413E-AA1C-67C100AC369A}">
      <dgm:prSet/>
      <dgm:spPr/>
      <dgm:t>
        <a:bodyPr/>
        <a:lstStyle/>
        <a:p>
          <a:endParaRPr lang="en-US"/>
        </a:p>
      </dgm:t>
    </dgm:pt>
    <dgm:pt modelId="{FE3F82FA-B28B-4C49-873F-8654B36D623D}" type="sibTrans" cxnId="{825B26FB-6343-413E-AA1C-67C100AC369A}">
      <dgm:prSet/>
      <dgm:spPr/>
      <dgm:t>
        <a:bodyPr/>
        <a:lstStyle/>
        <a:p>
          <a:endParaRPr lang="en-US"/>
        </a:p>
      </dgm:t>
    </dgm:pt>
    <dgm:pt modelId="{9E71B924-9D40-49B2-B7E5-573616B3D013}" type="pres">
      <dgm:prSet presAssocID="{C90501E2-C021-48A1-91CE-82C7FC4812A9}" presName="mainComposite" presStyleCnt="0">
        <dgm:presLayoutVars>
          <dgm:chPref val="1"/>
          <dgm:dir/>
          <dgm:animOne val="branch"/>
          <dgm:animLvl val="lvl"/>
          <dgm:resizeHandles val="exact"/>
        </dgm:presLayoutVars>
      </dgm:prSet>
      <dgm:spPr/>
    </dgm:pt>
    <dgm:pt modelId="{51E03255-9E1F-410C-A6FB-D204EA5A9549}" type="pres">
      <dgm:prSet presAssocID="{C90501E2-C021-48A1-91CE-82C7FC4812A9}" presName="hierFlow" presStyleCnt="0"/>
      <dgm:spPr/>
    </dgm:pt>
    <dgm:pt modelId="{09C760F5-9FEE-4906-809A-DCF1FD44C6B7}" type="pres">
      <dgm:prSet presAssocID="{C90501E2-C021-48A1-91CE-82C7FC4812A9}" presName="hierChild1" presStyleCnt="0">
        <dgm:presLayoutVars>
          <dgm:chPref val="1"/>
          <dgm:animOne val="branch"/>
          <dgm:animLvl val="lvl"/>
        </dgm:presLayoutVars>
      </dgm:prSet>
      <dgm:spPr/>
    </dgm:pt>
    <dgm:pt modelId="{E99B6C69-5B0D-4D72-B91C-28B56F9D578F}" type="pres">
      <dgm:prSet presAssocID="{CEB238A5-4DC0-419B-B6B6-18E2E96DAA71}" presName="Name17" presStyleCnt="0"/>
      <dgm:spPr/>
    </dgm:pt>
    <dgm:pt modelId="{DF78A512-1A63-4E04-90DA-8680B1F04A33}" type="pres">
      <dgm:prSet presAssocID="{CEB238A5-4DC0-419B-B6B6-18E2E96DAA71}" presName="level1Shape" presStyleLbl="node0" presStyleIdx="0" presStyleCnt="1">
        <dgm:presLayoutVars>
          <dgm:chPref val="3"/>
        </dgm:presLayoutVars>
      </dgm:prSet>
      <dgm:spPr/>
    </dgm:pt>
    <dgm:pt modelId="{87B56872-88AE-4A07-93B2-BC48D9CA5380}" type="pres">
      <dgm:prSet presAssocID="{CEB238A5-4DC0-419B-B6B6-18E2E96DAA71}" presName="hierChild2" presStyleCnt="0"/>
      <dgm:spPr/>
    </dgm:pt>
    <dgm:pt modelId="{41EFCA01-A016-4BA7-BE42-B7EAA1AB278C}" type="pres">
      <dgm:prSet presAssocID="{AFE67BCC-3124-4782-8EB5-2CB61647204E}" presName="Name25" presStyleLbl="parChTrans1D2" presStyleIdx="0" presStyleCnt="3"/>
      <dgm:spPr/>
    </dgm:pt>
    <dgm:pt modelId="{1C410D89-D78B-4F80-AAB7-4A938C005350}" type="pres">
      <dgm:prSet presAssocID="{AFE67BCC-3124-4782-8EB5-2CB61647204E}" presName="connTx" presStyleLbl="parChTrans1D2" presStyleIdx="0" presStyleCnt="3"/>
      <dgm:spPr/>
    </dgm:pt>
    <dgm:pt modelId="{302CCE71-8BB0-46E6-A9AD-4D14B6F23EAB}" type="pres">
      <dgm:prSet presAssocID="{50FFCC42-03D1-4669-972C-E2930E3DBD99}" presName="Name30" presStyleCnt="0"/>
      <dgm:spPr/>
    </dgm:pt>
    <dgm:pt modelId="{6410C0D1-8FAF-4D07-8FAD-83ED795391D7}" type="pres">
      <dgm:prSet presAssocID="{50FFCC42-03D1-4669-972C-E2930E3DBD99}" presName="level2Shape" presStyleLbl="node2" presStyleIdx="0" presStyleCnt="3"/>
      <dgm:spPr/>
    </dgm:pt>
    <dgm:pt modelId="{1F5DF081-E1FE-4327-8821-C9949AF6943D}" type="pres">
      <dgm:prSet presAssocID="{50FFCC42-03D1-4669-972C-E2930E3DBD99}" presName="hierChild3" presStyleCnt="0"/>
      <dgm:spPr/>
    </dgm:pt>
    <dgm:pt modelId="{64A4F3CF-0D34-47C9-BFCF-7FBEAD31AF33}" type="pres">
      <dgm:prSet presAssocID="{878AEAA4-961D-4805-817E-D91150DAD7C6}" presName="Name25" presStyleLbl="parChTrans1D2" presStyleIdx="1" presStyleCnt="3"/>
      <dgm:spPr/>
    </dgm:pt>
    <dgm:pt modelId="{067F4816-CC63-428C-B4B4-824C6DA5DE74}" type="pres">
      <dgm:prSet presAssocID="{878AEAA4-961D-4805-817E-D91150DAD7C6}" presName="connTx" presStyleLbl="parChTrans1D2" presStyleIdx="1" presStyleCnt="3"/>
      <dgm:spPr/>
    </dgm:pt>
    <dgm:pt modelId="{81F7963C-D160-40CD-853A-EDDA5C301E90}" type="pres">
      <dgm:prSet presAssocID="{B70A2DA7-2FF1-4728-B144-E74FDA83B237}" presName="Name30" presStyleCnt="0"/>
      <dgm:spPr/>
    </dgm:pt>
    <dgm:pt modelId="{B5CABA1C-2A11-4E06-9CA9-17D1CEF98BD3}" type="pres">
      <dgm:prSet presAssocID="{B70A2DA7-2FF1-4728-B144-E74FDA83B237}" presName="level2Shape" presStyleLbl="node2" presStyleIdx="1" presStyleCnt="3"/>
      <dgm:spPr/>
    </dgm:pt>
    <dgm:pt modelId="{BE73A91D-461C-440B-8490-011BB1FEB6E5}" type="pres">
      <dgm:prSet presAssocID="{B70A2DA7-2FF1-4728-B144-E74FDA83B237}" presName="hierChild3" presStyleCnt="0"/>
      <dgm:spPr/>
    </dgm:pt>
    <dgm:pt modelId="{F3182CFF-5865-41B2-9275-BF430ADDDCD4}" type="pres">
      <dgm:prSet presAssocID="{83E722C8-7CEA-43CD-A770-85EBC80177D8}" presName="Name25" presStyleLbl="parChTrans1D2" presStyleIdx="2" presStyleCnt="3"/>
      <dgm:spPr/>
    </dgm:pt>
    <dgm:pt modelId="{F13788A9-473C-45AD-A3C8-CE2A872F39B0}" type="pres">
      <dgm:prSet presAssocID="{83E722C8-7CEA-43CD-A770-85EBC80177D8}" presName="connTx" presStyleLbl="parChTrans1D2" presStyleIdx="2" presStyleCnt="3"/>
      <dgm:spPr/>
    </dgm:pt>
    <dgm:pt modelId="{541F6C6F-8C1F-458A-9C51-0C29B3475D55}" type="pres">
      <dgm:prSet presAssocID="{96E6BCC5-9C33-4383-B448-BDBEEAA982B3}" presName="Name30" presStyleCnt="0"/>
      <dgm:spPr/>
    </dgm:pt>
    <dgm:pt modelId="{C6D8B595-421B-46C5-ABD7-74F6209F87BC}" type="pres">
      <dgm:prSet presAssocID="{96E6BCC5-9C33-4383-B448-BDBEEAA982B3}" presName="level2Shape" presStyleLbl="node2" presStyleIdx="2" presStyleCnt="3"/>
      <dgm:spPr/>
    </dgm:pt>
    <dgm:pt modelId="{8BF6EAA9-56CC-4359-A693-449D21972A86}" type="pres">
      <dgm:prSet presAssocID="{96E6BCC5-9C33-4383-B448-BDBEEAA982B3}" presName="hierChild3" presStyleCnt="0"/>
      <dgm:spPr/>
    </dgm:pt>
    <dgm:pt modelId="{A60D8729-BCCA-4454-B2B5-43A28C3B3233}" type="pres">
      <dgm:prSet presAssocID="{C90501E2-C021-48A1-91CE-82C7FC4812A9}" presName="bgShapesFlow" presStyleCnt="0"/>
      <dgm:spPr/>
    </dgm:pt>
  </dgm:ptLst>
  <dgm:cxnLst>
    <dgm:cxn modelId="{7B486110-0764-4B0E-9038-1AA3985A18D2}" type="presOf" srcId="{83E722C8-7CEA-43CD-A770-85EBC80177D8}" destId="{F3182CFF-5865-41B2-9275-BF430ADDDCD4}" srcOrd="0" destOrd="0" presId="urn:microsoft.com/office/officeart/2005/8/layout/hierarchy5"/>
    <dgm:cxn modelId="{59329812-FAD0-4718-895D-F29460DE1176}" type="presOf" srcId="{878AEAA4-961D-4805-817E-D91150DAD7C6}" destId="{64A4F3CF-0D34-47C9-BFCF-7FBEAD31AF33}" srcOrd="0" destOrd="0" presId="urn:microsoft.com/office/officeart/2005/8/layout/hierarchy5"/>
    <dgm:cxn modelId="{E4154819-F4C3-47F7-BFDA-D90A06F72ACC}" srcId="{CEB238A5-4DC0-419B-B6B6-18E2E96DAA71}" destId="{B70A2DA7-2FF1-4728-B144-E74FDA83B237}" srcOrd="1" destOrd="0" parTransId="{878AEAA4-961D-4805-817E-D91150DAD7C6}" sibTransId="{C50CC283-A6F8-497B-8DBF-7EB2F350B85E}"/>
    <dgm:cxn modelId="{AFAF0226-07E4-47C0-AC3D-9F06A0CBA599}" srcId="{CEB238A5-4DC0-419B-B6B6-18E2E96DAA71}" destId="{50FFCC42-03D1-4669-972C-E2930E3DBD99}" srcOrd="0" destOrd="0" parTransId="{AFE67BCC-3124-4782-8EB5-2CB61647204E}" sibTransId="{3EBF7932-1469-4B9C-8BA0-3238F75DD454}"/>
    <dgm:cxn modelId="{C1BFD764-9986-44A7-A0EE-831BACB21392}" type="presOf" srcId="{CEB238A5-4DC0-419B-B6B6-18E2E96DAA71}" destId="{DF78A512-1A63-4E04-90DA-8680B1F04A33}" srcOrd="0" destOrd="0" presId="urn:microsoft.com/office/officeart/2005/8/layout/hierarchy5"/>
    <dgm:cxn modelId="{7048C370-098D-4B32-89E5-47154EE31F28}" type="presOf" srcId="{AFE67BCC-3124-4782-8EB5-2CB61647204E}" destId="{41EFCA01-A016-4BA7-BE42-B7EAA1AB278C}" srcOrd="0" destOrd="0" presId="urn:microsoft.com/office/officeart/2005/8/layout/hierarchy5"/>
    <dgm:cxn modelId="{A96EBB87-2BA6-4A69-81FE-01737C1966FA}" type="presOf" srcId="{878AEAA4-961D-4805-817E-D91150DAD7C6}" destId="{067F4816-CC63-428C-B4B4-824C6DA5DE74}" srcOrd="1" destOrd="0" presId="urn:microsoft.com/office/officeart/2005/8/layout/hierarchy5"/>
    <dgm:cxn modelId="{E0D6D589-EE65-4D42-A588-5F239E4CE5A5}" type="presOf" srcId="{C90501E2-C021-48A1-91CE-82C7FC4812A9}" destId="{9E71B924-9D40-49B2-B7E5-573616B3D013}" srcOrd="0" destOrd="0" presId="urn:microsoft.com/office/officeart/2005/8/layout/hierarchy5"/>
    <dgm:cxn modelId="{2DF19B8A-6750-49CC-BC13-9E62C0BC30E3}" type="presOf" srcId="{83E722C8-7CEA-43CD-A770-85EBC80177D8}" destId="{F13788A9-473C-45AD-A3C8-CE2A872F39B0}" srcOrd="1" destOrd="0" presId="urn:microsoft.com/office/officeart/2005/8/layout/hierarchy5"/>
    <dgm:cxn modelId="{FC79F990-5CBB-49A4-A5B1-DB220E290C22}" type="presOf" srcId="{AFE67BCC-3124-4782-8EB5-2CB61647204E}" destId="{1C410D89-D78B-4F80-AAB7-4A938C005350}" srcOrd="1" destOrd="0" presId="urn:microsoft.com/office/officeart/2005/8/layout/hierarchy5"/>
    <dgm:cxn modelId="{D8C979A5-E2D9-4B42-AFB4-B919991D5D98}" srcId="{C90501E2-C021-48A1-91CE-82C7FC4812A9}" destId="{CEB238A5-4DC0-419B-B6B6-18E2E96DAA71}" srcOrd="0" destOrd="0" parTransId="{1145CE87-6D52-4571-8EDF-F08EC03F4A40}" sibTransId="{211A1292-C41C-4697-B6CF-4D6854CAF422}"/>
    <dgm:cxn modelId="{81F314AC-95F2-4C7A-8D59-6E01F9B9B9CA}" type="presOf" srcId="{B70A2DA7-2FF1-4728-B144-E74FDA83B237}" destId="{B5CABA1C-2A11-4E06-9CA9-17D1CEF98BD3}" srcOrd="0" destOrd="0" presId="urn:microsoft.com/office/officeart/2005/8/layout/hierarchy5"/>
    <dgm:cxn modelId="{37A3DFE1-EE28-49B7-80F8-B1A0010525D4}" type="presOf" srcId="{50FFCC42-03D1-4669-972C-E2930E3DBD99}" destId="{6410C0D1-8FAF-4D07-8FAD-83ED795391D7}" srcOrd="0" destOrd="0" presId="urn:microsoft.com/office/officeart/2005/8/layout/hierarchy5"/>
    <dgm:cxn modelId="{443AB4F8-8EAF-44C9-8BC0-B10FFB7D2469}" type="presOf" srcId="{96E6BCC5-9C33-4383-B448-BDBEEAA982B3}" destId="{C6D8B595-421B-46C5-ABD7-74F6209F87BC}" srcOrd="0" destOrd="0" presId="urn:microsoft.com/office/officeart/2005/8/layout/hierarchy5"/>
    <dgm:cxn modelId="{825B26FB-6343-413E-AA1C-67C100AC369A}" srcId="{CEB238A5-4DC0-419B-B6B6-18E2E96DAA71}" destId="{96E6BCC5-9C33-4383-B448-BDBEEAA982B3}" srcOrd="2" destOrd="0" parTransId="{83E722C8-7CEA-43CD-A770-85EBC80177D8}" sibTransId="{FE3F82FA-B28B-4C49-873F-8654B36D623D}"/>
    <dgm:cxn modelId="{217B1731-0341-4DA4-A112-BF650E106262}" type="presParOf" srcId="{9E71B924-9D40-49B2-B7E5-573616B3D013}" destId="{51E03255-9E1F-410C-A6FB-D204EA5A9549}" srcOrd="0" destOrd="0" presId="urn:microsoft.com/office/officeart/2005/8/layout/hierarchy5"/>
    <dgm:cxn modelId="{704701EE-0384-4EDC-9140-BF51C2BC777F}" type="presParOf" srcId="{51E03255-9E1F-410C-A6FB-D204EA5A9549}" destId="{09C760F5-9FEE-4906-809A-DCF1FD44C6B7}" srcOrd="0" destOrd="0" presId="urn:microsoft.com/office/officeart/2005/8/layout/hierarchy5"/>
    <dgm:cxn modelId="{7053C78A-0D77-40A2-9224-86326028E2B7}" type="presParOf" srcId="{09C760F5-9FEE-4906-809A-DCF1FD44C6B7}" destId="{E99B6C69-5B0D-4D72-B91C-28B56F9D578F}" srcOrd="0" destOrd="0" presId="urn:microsoft.com/office/officeart/2005/8/layout/hierarchy5"/>
    <dgm:cxn modelId="{C9E2BD71-34FC-443C-A5A0-979471F0DD62}" type="presParOf" srcId="{E99B6C69-5B0D-4D72-B91C-28B56F9D578F}" destId="{DF78A512-1A63-4E04-90DA-8680B1F04A33}" srcOrd="0" destOrd="0" presId="urn:microsoft.com/office/officeart/2005/8/layout/hierarchy5"/>
    <dgm:cxn modelId="{8227C231-92D8-47CB-AB20-BF842A5EEAFC}" type="presParOf" srcId="{E99B6C69-5B0D-4D72-B91C-28B56F9D578F}" destId="{87B56872-88AE-4A07-93B2-BC48D9CA5380}" srcOrd="1" destOrd="0" presId="urn:microsoft.com/office/officeart/2005/8/layout/hierarchy5"/>
    <dgm:cxn modelId="{22446F40-E56D-4683-9341-949D2FCE25CF}" type="presParOf" srcId="{87B56872-88AE-4A07-93B2-BC48D9CA5380}" destId="{41EFCA01-A016-4BA7-BE42-B7EAA1AB278C}" srcOrd="0" destOrd="0" presId="urn:microsoft.com/office/officeart/2005/8/layout/hierarchy5"/>
    <dgm:cxn modelId="{3514FEE1-DDD4-4395-8051-F6A5A998F1EB}" type="presParOf" srcId="{41EFCA01-A016-4BA7-BE42-B7EAA1AB278C}" destId="{1C410D89-D78B-4F80-AAB7-4A938C005350}" srcOrd="0" destOrd="0" presId="urn:microsoft.com/office/officeart/2005/8/layout/hierarchy5"/>
    <dgm:cxn modelId="{E9B338A5-4EA5-45E1-A765-4A00AFFE914B}" type="presParOf" srcId="{87B56872-88AE-4A07-93B2-BC48D9CA5380}" destId="{302CCE71-8BB0-46E6-A9AD-4D14B6F23EAB}" srcOrd="1" destOrd="0" presId="urn:microsoft.com/office/officeart/2005/8/layout/hierarchy5"/>
    <dgm:cxn modelId="{40268BC7-1973-4528-B80A-53F7959264E6}" type="presParOf" srcId="{302CCE71-8BB0-46E6-A9AD-4D14B6F23EAB}" destId="{6410C0D1-8FAF-4D07-8FAD-83ED795391D7}" srcOrd="0" destOrd="0" presId="urn:microsoft.com/office/officeart/2005/8/layout/hierarchy5"/>
    <dgm:cxn modelId="{42ECC49F-7F5E-418B-92BF-DAB6030095F2}" type="presParOf" srcId="{302CCE71-8BB0-46E6-A9AD-4D14B6F23EAB}" destId="{1F5DF081-E1FE-4327-8821-C9949AF6943D}" srcOrd="1" destOrd="0" presId="urn:microsoft.com/office/officeart/2005/8/layout/hierarchy5"/>
    <dgm:cxn modelId="{EC090911-84A0-4603-A03E-55840B7BB5DE}" type="presParOf" srcId="{87B56872-88AE-4A07-93B2-BC48D9CA5380}" destId="{64A4F3CF-0D34-47C9-BFCF-7FBEAD31AF33}" srcOrd="2" destOrd="0" presId="urn:microsoft.com/office/officeart/2005/8/layout/hierarchy5"/>
    <dgm:cxn modelId="{6ADB5633-29D6-4EEA-977C-3987F1058A3A}" type="presParOf" srcId="{64A4F3CF-0D34-47C9-BFCF-7FBEAD31AF33}" destId="{067F4816-CC63-428C-B4B4-824C6DA5DE74}" srcOrd="0" destOrd="0" presId="urn:microsoft.com/office/officeart/2005/8/layout/hierarchy5"/>
    <dgm:cxn modelId="{89C534FE-C011-4918-AA71-1D3BFB74E59D}" type="presParOf" srcId="{87B56872-88AE-4A07-93B2-BC48D9CA5380}" destId="{81F7963C-D160-40CD-853A-EDDA5C301E90}" srcOrd="3" destOrd="0" presId="urn:microsoft.com/office/officeart/2005/8/layout/hierarchy5"/>
    <dgm:cxn modelId="{EE963A38-24D2-4073-935E-CDF100C5B747}" type="presParOf" srcId="{81F7963C-D160-40CD-853A-EDDA5C301E90}" destId="{B5CABA1C-2A11-4E06-9CA9-17D1CEF98BD3}" srcOrd="0" destOrd="0" presId="urn:microsoft.com/office/officeart/2005/8/layout/hierarchy5"/>
    <dgm:cxn modelId="{00AEF361-A28C-4AEC-B609-0356C083412A}" type="presParOf" srcId="{81F7963C-D160-40CD-853A-EDDA5C301E90}" destId="{BE73A91D-461C-440B-8490-011BB1FEB6E5}" srcOrd="1" destOrd="0" presId="urn:microsoft.com/office/officeart/2005/8/layout/hierarchy5"/>
    <dgm:cxn modelId="{6BAD4B8C-8FFE-48FF-A775-A6D22A67C51E}" type="presParOf" srcId="{87B56872-88AE-4A07-93B2-BC48D9CA5380}" destId="{F3182CFF-5865-41B2-9275-BF430ADDDCD4}" srcOrd="4" destOrd="0" presId="urn:microsoft.com/office/officeart/2005/8/layout/hierarchy5"/>
    <dgm:cxn modelId="{B6AA0280-B144-479F-8F86-5241648F39BA}" type="presParOf" srcId="{F3182CFF-5865-41B2-9275-BF430ADDDCD4}" destId="{F13788A9-473C-45AD-A3C8-CE2A872F39B0}" srcOrd="0" destOrd="0" presId="urn:microsoft.com/office/officeart/2005/8/layout/hierarchy5"/>
    <dgm:cxn modelId="{AA1AEA52-57A6-401B-A8A8-95FA5536BC64}" type="presParOf" srcId="{87B56872-88AE-4A07-93B2-BC48D9CA5380}" destId="{541F6C6F-8C1F-458A-9C51-0C29B3475D55}" srcOrd="5" destOrd="0" presId="urn:microsoft.com/office/officeart/2005/8/layout/hierarchy5"/>
    <dgm:cxn modelId="{CF8673ED-4E94-4E6D-82CB-78321177B8C4}" type="presParOf" srcId="{541F6C6F-8C1F-458A-9C51-0C29B3475D55}" destId="{C6D8B595-421B-46C5-ABD7-74F6209F87BC}" srcOrd="0" destOrd="0" presId="urn:microsoft.com/office/officeart/2005/8/layout/hierarchy5"/>
    <dgm:cxn modelId="{57C065D1-D45B-4592-A69F-B1EA88AD48BD}" type="presParOf" srcId="{541F6C6F-8C1F-458A-9C51-0C29B3475D55}" destId="{8BF6EAA9-56CC-4359-A693-449D21972A86}" srcOrd="1" destOrd="0" presId="urn:microsoft.com/office/officeart/2005/8/layout/hierarchy5"/>
    <dgm:cxn modelId="{03DAF8FE-3305-4BE9-9379-A43CEEB80886}" type="presParOf" srcId="{9E71B924-9D40-49B2-B7E5-573616B3D013}" destId="{A60D8729-BCCA-4454-B2B5-43A28C3B3233}" srcOrd="1" destOrd="0" presId="urn:microsoft.com/office/officeart/2005/8/layout/hierarchy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40D3D-AADA-460D-ACCF-990D3C34E6DB}">
      <dsp:nvSpPr>
        <dsp:cNvPr id="0" name=""/>
        <dsp:cNvSpPr/>
      </dsp:nvSpPr>
      <dsp:spPr>
        <a:xfrm rot="16200000">
          <a:off x="-1228924" y="1870714"/>
          <a:ext cx="2845997" cy="289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5529" bIns="0" numCol="1" spcCol="1270" anchor="t" anchorCtr="0">
          <a:noAutofit/>
        </a:bodyPr>
        <a:lstStyle/>
        <a:p>
          <a:pPr marL="0" lvl="0" indent="0" algn="r" defTabSz="466725">
            <a:lnSpc>
              <a:spcPct val="90000"/>
            </a:lnSpc>
            <a:spcBef>
              <a:spcPct val="0"/>
            </a:spcBef>
            <a:spcAft>
              <a:spcPct val="35000"/>
            </a:spcAft>
            <a:buNone/>
          </a:pPr>
          <a:r>
            <a:rPr lang="en-US" sz="1050" kern="1200" dirty="0"/>
            <a:t>User-Provided Data</a:t>
          </a:r>
        </a:p>
      </dsp:txBody>
      <dsp:txXfrm>
        <a:off x="-1228924" y="1870714"/>
        <a:ext cx="2845997" cy="289733"/>
      </dsp:txXfrm>
    </dsp:sp>
    <dsp:sp modelId="{B77631A6-3BF2-432C-B537-A68AC602A713}">
      <dsp:nvSpPr>
        <dsp:cNvPr id="0" name=""/>
        <dsp:cNvSpPr/>
      </dsp:nvSpPr>
      <dsp:spPr>
        <a:xfrm>
          <a:off x="338940" y="592582"/>
          <a:ext cx="1443178" cy="2845997"/>
        </a:xfrm>
        <a:prstGeom prst="rect">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255529" rIns="78232" bIns="78232" numCol="1" spcCol="1270" anchor="t"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kern="1200" dirty="0">
              <a:solidFill>
                <a:schemeClr val="tx1"/>
              </a:solidFill>
            </a:rPr>
            <a:t>Personal details entered when creating a Google Account (name, password, etc.)</a:t>
          </a:r>
        </a:p>
        <a:p>
          <a:pPr marL="57150" lvl="1" indent="-57150" algn="l" defTabSz="466725">
            <a:lnSpc>
              <a:spcPct val="90000"/>
            </a:lnSpc>
            <a:spcBef>
              <a:spcPct val="0"/>
            </a:spcBef>
            <a:spcAft>
              <a:spcPct val="15000"/>
            </a:spcAft>
            <a:buFont typeface="Arial" panose="020B0604020202020204" pitchFamily="34" charset="0"/>
            <a:buNone/>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Optional additions like phone numbers or payment information</a:t>
          </a:r>
        </a:p>
        <a:p>
          <a:pPr marL="57150" lvl="1" indent="-57150" algn="l" defTabSz="466725">
            <a:lnSpc>
              <a:spcPct val="90000"/>
            </a:lnSpc>
            <a:spcBef>
              <a:spcPct val="0"/>
            </a:spcBef>
            <a:spcAft>
              <a:spcPct val="15000"/>
            </a:spcAft>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Content you create, upload or receive via Google services (emails, documents, photos/videos)</a:t>
          </a:r>
        </a:p>
      </dsp:txBody>
      <dsp:txXfrm>
        <a:off x="338940" y="592582"/>
        <a:ext cx="1443178" cy="2845997"/>
      </dsp:txXfrm>
    </dsp:sp>
    <dsp:sp modelId="{0E2B1E23-465A-4B8E-B83C-E23554BEDE24}">
      <dsp:nvSpPr>
        <dsp:cNvPr id="0" name=""/>
        <dsp:cNvSpPr/>
      </dsp:nvSpPr>
      <dsp:spPr>
        <a:xfrm>
          <a:off x="49207" y="210134"/>
          <a:ext cx="579466" cy="579466"/>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1000" b="-1000"/>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E28C66B-9271-4908-8107-341FA0148B2F}">
      <dsp:nvSpPr>
        <dsp:cNvPr id="0" name=""/>
        <dsp:cNvSpPr/>
      </dsp:nvSpPr>
      <dsp:spPr>
        <a:xfrm rot="16200000">
          <a:off x="884194" y="1870714"/>
          <a:ext cx="2845997" cy="289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5529" bIns="0" numCol="1" spcCol="1270" anchor="t" anchorCtr="0">
          <a:noAutofit/>
        </a:bodyPr>
        <a:lstStyle/>
        <a:p>
          <a:pPr marL="0" lvl="0" indent="0" algn="r" defTabSz="466725">
            <a:lnSpc>
              <a:spcPct val="90000"/>
            </a:lnSpc>
            <a:spcBef>
              <a:spcPct val="0"/>
            </a:spcBef>
            <a:spcAft>
              <a:spcPct val="35000"/>
            </a:spcAft>
            <a:buNone/>
          </a:pPr>
          <a:r>
            <a:rPr lang="en-US" sz="1050" kern="1200" dirty="0"/>
            <a:t>Information from your activity</a:t>
          </a:r>
        </a:p>
      </dsp:txBody>
      <dsp:txXfrm>
        <a:off x="884194" y="1870714"/>
        <a:ext cx="2845997" cy="289733"/>
      </dsp:txXfrm>
    </dsp:sp>
    <dsp:sp modelId="{FF612AA1-A4C5-407C-BFD7-44E10B8F9796}">
      <dsp:nvSpPr>
        <dsp:cNvPr id="0" name=""/>
        <dsp:cNvSpPr/>
      </dsp:nvSpPr>
      <dsp:spPr>
        <a:xfrm>
          <a:off x="2452060" y="592582"/>
          <a:ext cx="1443178" cy="2845997"/>
        </a:xfrm>
        <a:prstGeom prst="rect">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255529" rIns="78232" bIns="78232" numCol="1" spcCol="1270" anchor="t"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kern="1200" dirty="0">
              <a:solidFill>
                <a:schemeClr val="tx1"/>
              </a:solidFill>
            </a:rPr>
            <a:t>Search queries and interactions with search results/ads</a:t>
          </a:r>
        </a:p>
        <a:p>
          <a:pPr marL="57150" lvl="1" indent="-57150" algn="l" defTabSz="466725">
            <a:lnSpc>
              <a:spcPct val="90000"/>
            </a:lnSpc>
            <a:spcBef>
              <a:spcPct val="0"/>
            </a:spcBef>
            <a:spcAft>
              <a:spcPct val="15000"/>
            </a:spcAft>
            <a:buFont typeface="Arial" panose="020B0604020202020204" pitchFamily="34" charset="0"/>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Communication data (emails, messaging, voice/video calls)</a:t>
          </a:r>
        </a:p>
        <a:p>
          <a:pPr marL="57150" lvl="1" indent="-57150" algn="l" defTabSz="466725">
            <a:lnSpc>
              <a:spcPct val="90000"/>
            </a:lnSpc>
            <a:spcBef>
              <a:spcPct val="0"/>
            </a:spcBef>
            <a:spcAft>
              <a:spcPct val="15000"/>
            </a:spcAft>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Browsing history if synced with your Google Account</a:t>
          </a:r>
        </a:p>
        <a:p>
          <a:pPr marL="57150" lvl="1" indent="-57150" algn="l" defTabSz="466725">
            <a:lnSpc>
              <a:spcPct val="90000"/>
            </a:lnSpc>
            <a:spcBef>
              <a:spcPct val="0"/>
            </a:spcBef>
            <a:spcAft>
              <a:spcPct val="15000"/>
            </a:spcAft>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Interactions with Google apps, services and content</a:t>
          </a:r>
        </a:p>
      </dsp:txBody>
      <dsp:txXfrm>
        <a:off x="2452060" y="592582"/>
        <a:ext cx="1443178" cy="2845997"/>
      </dsp:txXfrm>
    </dsp:sp>
    <dsp:sp modelId="{019D59A1-8361-4ED7-B77C-9F9AD9859966}">
      <dsp:nvSpPr>
        <dsp:cNvPr id="0" name=""/>
        <dsp:cNvSpPr/>
      </dsp:nvSpPr>
      <dsp:spPr>
        <a:xfrm>
          <a:off x="2162326" y="210134"/>
          <a:ext cx="579466" cy="5794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3E37866-7038-4060-B170-D9808103BDD1}">
      <dsp:nvSpPr>
        <dsp:cNvPr id="0" name=""/>
        <dsp:cNvSpPr/>
      </dsp:nvSpPr>
      <dsp:spPr>
        <a:xfrm rot="16200000">
          <a:off x="2997314" y="1870714"/>
          <a:ext cx="2845997" cy="289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5529" bIns="0" numCol="1" spcCol="1270" anchor="t" anchorCtr="0">
          <a:noAutofit/>
        </a:bodyPr>
        <a:lstStyle/>
        <a:p>
          <a:pPr marL="0" lvl="0" indent="0" algn="r" defTabSz="466725">
            <a:lnSpc>
              <a:spcPct val="90000"/>
            </a:lnSpc>
            <a:spcBef>
              <a:spcPct val="0"/>
            </a:spcBef>
            <a:spcAft>
              <a:spcPct val="35000"/>
            </a:spcAft>
            <a:buNone/>
          </a:pPr>
          <a:r>
            <a:rPr lang="en-US" sz="1050" kern="1200" dirty="0"/>
            <a:t>Information from your devices</a:t>
          </a:r>
        </a:p>
      </dsp:txBody>
      <dsp:txXfrm>
        <a:off x="2997314" y="1870714"/>
        <a:ext cx="2845997" cy="289733"/>
      </dsp:txXfrm>
    </dsp:sp>
    <dsp:sp modelId="{8745CD4D-CA28-470B-94BC-BC57A40DDF84}">
      <dsp:nvSpPr>
        <dsp:cNvPr id="0" name=""/>
        <dsp:cNvSpPr/>
      </dsp:nvSpPr>
      <dsp:spPr>
        <a:xfrm>
          <a:off x="4565179" y="592582"/>
          <a:ext cx="1443178" cy="2845997"/>
        </a:xfrm>
        <a:prstGeom prst="rect">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255529" rIns="78232" bIns="78232" numCol="1" spcCol="1270" anchor="t"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kern="1200" dirty="0">
              <a:solidFill>
                <a:schemeClr val="tx1"/>
              </a:solidFill>
            </a:rPr>
            <a:t>Device specifications (model, operating system, unique identifiers)</a:t>
          </a:r>
        </a:p>
        <a:p>
          <a:pPr marL="57150" lvl="1" indent="-57150" algn="l" defTabSz="466725">
            <a:lnSpc>
              <a:spcPct val="90000"/>
            </a:lnSpc>
            <a:spcBef>
              <a:spcPct val="0"/>
            </a:spcBef>
            <a:spcAft>
              <a:spcPct val="15000"/>
            </a:spcAft>
            <a:buFont typeface="Arial" panose="020B0604020202020204" pitchFamily="34" charset="0"/>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Device interactions with Google services (app usage, IP addresses) </a:t>
          </a:r>
        </a:p>
        <a:p>
          <a:pPr marL="57150" lvl="1" indent="-57150" algn="l" defTabSz="466725">
            <a:lnSpc>
              <a:spcPct val="90000"/>
            </a:lnSpc>
            <a:spcBef>
              <a:spcPct val="0"/>
            </a:spcBef>
            <a:spcAft>
              <a:spcPct val="15000"/>
            </a:spcAft>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Sensor data from device capabilities (location, battery, etc.)</a:t>
          </a:r>
        </a:p>
      </dsp:txBody>
      <dsp:txXfrm>
        <a:off x="4565179" y="592582"/>
        <a:ext cx="1443178" cy="2845997"/>
      </dsp:txXfrm>
    </dsp:sp>
    <dsp:sp modelId="{600CED6F-0D6B-4080-A6D5-6675CD096D60}">
      <dsp:nvSpPr>
        <dsp:cNvPr id="0" name=""/>
        <dsp:cNvSpPr/>
      </dsp:nvSpPr>
      <dsp:spPr>
        <a:xfrm>
          <a:off x="4275446" y="210134"/>
          <a:ext cx="579466" cy="57946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4068DF2-D2FA-45BD-B896-6C67B48F04E8}">
      <dsp:nvSpPr>
        <dsp:cNvPr id="0" name=""/>
        <dsp:cNvSpPr/>
      </dsp:nvSpPr>
      <dsp:spPr>
        <a:xfrm rot="16200000">
          <a:off x="5110433" y="1870714"/>
          <a:ext cx="2845997" cy="289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5529" bIns="0" numCol="1" spcCol="1270" anchor="t" anchorCtr="0">
          <a:noAutofit/>
        </a:bodyPr>
        <a:lstStyle/>
        <a:p>
          <a:pPr marL="0" lvl="0" indent="0" algn="r" defTabSz="466725">
            <a:lnSpc>
              <a:spcPct val="90000"/>
            </a:lnSpc>
            <a:spcBef>
              <a:spcPct val="0"/>
            </a:spcBef>
            <a:spcAft>
              <a:spcPct val="35000"/>
            </a:spcAft>
            <a:buNone/>
          </a:pPr>
          <a:r>
            <a:rPr lang="en-US" sz="1050" kern="1200" dirty="0"/>
            <a:t>Information from Partners and Public resources</a:t>
          </a:r>
        </a:p>
      </dsp:txBody>
      <dsp:txXfrm>
        <a:off x="5110433" y="1870714"/>
        <a:ext cx="2845997" cy="289733"/>
      </dsp:txXfrm>
    </dsp:sp>
    <dsp:sp modelId="{15A3713D-7B12-464A-8BC8-88F41E4300AA}">
      <dsp:nvSpPr>
        <dsp:cNvPr id="0" name=""/>
        <dsp:cNvSpPr/>
      </dsp:nvSpPr>
      <dsp:spPr>
        <a:xfrm>
          <a:off x="6678299" y="592582"/>
          <a:ext cx="1443178" cy="2845997"/>
        </a:xfrm>
        <a:prstGeom prst="rect">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8232" tIns="255529" rIns="78232" bIns="78232" numCol="1" spcCol="1270" anchor="t" anchorCtr="0">
          <a:noAutofit/>
        </a:bodyPr>
        <a:lstStyle/>
        <a:p>
          <a:pPr marL="57150" lvl="1" indent="-57150" algn="l" defTabSz="466725">
            <a:lnSpc>
              <a:spcPct val="90000"/>
            </a:lnSpc>
            <a:spcBef>
              <a:spcPct val="0"/>
            </a:spcBef>
            <a:spcAft>
              <a:spcPct val="15000"/>
            </a:spcAft>
            <a:buFont typeface="Arial" panose="020B0604020202020204" pitchFamily="34" charset="0"/>
            <a:buChar char="•"/>
          </a:pPr>
          <a:r>
            <a:rPr lang="en-US" sz="1050" kern="1200" dirty="0">
              <a:solidFill>
                <a:schemeClr val="tx1"/>
              </a:solidFill>
            </a:rPr>
            <a:t>Information from advertising partners about your interests/behaviors</a:t>
          </a:r>
        </a:p>
        <a:p>
          <a:pPr marL="57150" lvl="1" indent="-57150" algn="l" defTabSz="466725">
            <a:lnSpc>
              <a:spcPct val="90000"/>
            </a:lnSpc>
            <a:spcBef>
              <a:spcPct val="0"/>
            </a:spcBef>
            <a:spcAft>
              <a:spcPct val="15000"/>
            </a:spcAft>
            <a:buFont typeface="Arial" panose="020B0604020202020204" pitchFamily="34" charset="0"/>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Data from Google's integrated services on third-party sites/apps</a:t>
          </a:r>
        </a:p>
        <a:p>
          <a:pPr marL="57150" lvl="1" indent="-57150" algn="l" defTabSz="466725">
            <a:lnSpc>
              <a:spcPct val="90000"/>
            </a:lnSpc>
            <a:spcBef>
              <a:spcPct val="0"/>
            </a:spcBef>
            <a:spcAft>
              <a:spcPct val="15000"/>
            </a:spcAft>
            <a:buChar char="•"/>
          </a:pPr>
          <a:endParaRPr lang="en-US" sz="1050" kern="1200" dirty="0">
            <a:solidFill>
              <a:schemeClr val="tx1"/>
            </a:solidFill>
          </a:endParaRPr>
        </a:p>
        <a:p>
          <a:pPr marL="57150" lvl="1" indent="-57150" algn="l" defTabSz="466725">
            <a:lnSpc>
              <a:spcPct val="90000"/>
            </a:lnSpc>
            <a:spcBef>
              <a:spcPct val="0"/>
            </a:spcBef>
            <a:spcAft>
              <a:spcPct val="15000"/>
            </a:spcAft>
            <a:buChar char="•"/>
          </a:pPr>
          <a:r>
            <a:rPr lang="en-US" sz="1050" kern="1200" dirty="0">
              <a:solidFill>
                <a:schemeClr val="tx1"/>
              </a:solidFill>
            </a:rPr>
            <a:t>Public records and information sources indexed by Google</a:t>
          </a:r>
        </a:p>
      </dsp:txBody>
      <dsp:txXfrm>
        <a:off x="6678299" y="592582"/>
        <a:ext cx="1443178" cy="2845997"/>
      </dsp:txXfrm>
    </dsp:sp>
    <dsp:sp modelId="{46444B4B-B5CA-4F0C-B679-E5400BDD5E62}">
      <dsp:nvSpPr>
        <dsp:cNvPr id="0" name=""/>
        <dsp:cNvSpPr/>
      </dsp:nvSpPr>
      <dsp:spPr>
        <a:xfrm>
          <a:off x="6388566" y="210134"/>
          <a:ext cx="579466" cy="5794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1B925-1CB4-465C-BA44-CBB57CA13A88}">
      <dsp:nvSpPr>
        <dsp:cNvPr id="0" name=""/>
        <dsp:cNvSpPr/>
      </dsp:nvSpPr>
      <dsp:spPr>
        <a:xfrm rot="16200000">
          <a:off x="-992555" y="1646538"/>
          <a:ext cx="2472789" cy="383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8540" bIns="0" numCol="1" spcCol="1270" anchor="t" anchorCtr="0">
          <a:noAutofit/>
        </a:bodyPr>
        <a:lstStyle/>
        <a:p>
          <a:pPr marL="0" lvl="0" indent="0" algn="r" defTabSz="488950">
            <a:lnSpc>
              <a:spcPct val="90000"/>
            </a:lnSpc>
            <a:spcBef>
              <a:spcPct val="0"/>
            </a:spcBef>
            <a:spcAft>
              <a:spcPct val="35000"/>
            </a:spcAft>
            <a:buNone/>
          </a:pPr>
          <a:r>
            <a:rPr lang="en-US" sz="1100" kern="1200" dirty="0"/>
            <a:t>Provide, maintain and improve services</a:t>
          </a:r>
        </a:p>
      </dsp:txBody>
      <dsp:txXfrm>
        <a:off x="-992555" y="1646538"/>
        <a:ext cx="2472789" cy="383856"/>
      </dsp:txXfrm>
    </dsp:sp>
    <dsp:sp modelId="{D318303E-BC78-4C10-A5E0-D8C3FE601B95}">
      <dsp:nvSpPr>
        <dsp:cNvPr id="0" name=""/>
        <dsp:cNvSpPr/>
      </dsp:nvSpPr>
      <dsp:spPr>
        <a:xfrm>
          <a:off x="435767" y="602071"/>
          <a:ext cx="1912010" cy="2472789"/>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38540" rIns="99568" bIns="99568"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kern="1200" dirty="0">
              <a:solidFill>
                <a:schemeClr val="tx1"/>
              </a:solidFill>
            </a:rPr>
            <a:t>Data enables core service functionalities like processing search queries</a:t>
          </a:r>
        </a:p>
        <a:p>
          <a:pPr marL="57150" lvl="1" indent="-57150" algn="l" defTabSz="488950">
            <a:lnSpc>
              <a:spcPct val="90000"/>
            </a:lnSpc>
            <a:spcBef>
              <a:spcPct val="0"/>
            </a:spcBef>
            <a:spcAft>
              <a:spcPct val="15000"/>
            </a:spcAft>
            <a:buFont typeface="Arial" panose="020B0604020202020204" pitchFamily="34" charset="0"/>
            <a:buChar char="•"/>
          </a:pPr>
          <a:endParaRPr lang="en-US" sz="1100" kern="1200" dirty="0">
            <a:solidFill>
              <a:schemeClr val="tx1"/>
            </a:solidFill>
          </a:endParaRPr>
        </a:p>
        <a:p>
          <a:pPr marL="57150" lvl="1" indent="-57150" algn="l" defTabSz="488950">
            <a:lnSpc>
              <a:spcPct val="90000"/>
            </a:lnSpc>
            <a:spcBef>
              <a:spcPct val="0"/>
            </a:spcBef>
            <a:spcAft>
              <a:spcPct val="15000"/>
            </a:spcAft>
            <a:buChar char="•"/>
          </a:pPr>
          <a:r>
            <a:rPr lang="en-US" sz="1100" kern="1200">
              <a:solidFill>
                <a:schemeClr val="tx1"/>
              </a:solidFill>
            </a:rPr>
            <a:t>It powers complex capabilities like improving spell-check and language models</a:t>
          </a:r>
          <a:endParaRPr lang="en-US" sz="1100" kern="1200" dirty="0">
            <a:solidFill>
              <a:schemeClr val="tx1"/>
            </a:solidFill>
          </a:endParaRPr>
        </a:p>
        <a:p>
          <a:pPr marL="57150" lvl="1" indent="-57150" algn="l" defTabSz="488950">
            <a:lnSpc>
              <a:spcPct val="90000"/>
            </a:lnSpc>
            <a:spcBef>
              <a:spcPct val="0"/>
            </a:spcBef>
            <a:spcAft>
              <a:spcPct val="15000"/>
            </a:spcAft>
            <a:buChar char="•"/>
          </a:pPr>
          <a:endParaRPr lang="en-US" sz="1100" kern="1200" dirty="0">
            <a:solidFill>
              <a:schemeClr val="tx1"/>
            </a:solidFill>
          </a:endParaRPr>
        </a:p>
        <a:p>
          <a:pPr marL="57150" lvl="1" indent="-57150" algn="l" defTabSz="488950">
            <a:lnSpc>
              <a:spcPct val="90000"/>
            </a:lnSpc>
            <a:spcBef>
              <a:spcPct val="0"/>
            </a:spcBef>
            <a:spcAft>
              <a:spcPct val="15000"/>
            </a:spcAft>
            <a:buChar char="•"/>
          </a:pPr>
          <a:r>
            <a:rPr lang="en-US" sz="1100" kern="1200">
              <a:solidFill>
                <a:schemeClr val="tx1"/>
              </a:solidFill>
            </a:rPr>
            <a:t>Analyzing usage data helps Google continuously improve user experiences</a:t>
          </a:r>
          <a:endParaRPr lang="en-US" sz="1100" kern="1200" dirty="0">
            <a:solidFill>
              <a:schemeClr val="tx1"/>
            </a:solidFill>
          </a:endParaRPr>
        </a:p>
      </dsp:txBody>
      <dsp:txXfrm>
        <a:off x="435767" y="602071"/>
        <a:ext cx="1912010" cy="2472789"/>
      </dsp:txXfrm>
    </dsp:sp>
    <dsp:sp modelId="{BC0C71F7-7478-412F-B5A1-BEE3BDAA9A56}">
      <dsp:nvSpPr>
        <dsp:cNvPr id="0" name=""/>
        <dsp:cNvSpPr/>
      </dsp:nvSpPr>
      <dsp:spPr>
        <a:xfrm>
          <a:off x="51911" y="95381"/>
          <a:ext cx="767712" cy="7677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1000" b="-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821D49-5922-415C-B243-0F335956CF74}">
      <dsp:nvSpPr>
        <dsp:cNvPr id="0" name=""/>
        <dsp:cNvSpPr/>
      </dsp:nvSpPr>
      <dsp:spPr>
        <a:xfrm rot="16200000">
          <a:off x="1811635" y="1646538"/>
          <a:ext cx="2472789" cy="383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8540" bIns="0" numCol="1" spcCol="1270" anchor="t" anchorCtr="0">
          <a:noAutofit/>
        </a:bodyPr>
        <a:lstStyle/>
        <a:p>
          <a:pPr marL="0" lvl="0" indent="0" algn="r" defTabSz="488950">
            <a:lnSpc>
              <a:spcPct val="90000"/>
            </a:lnSpc>
            <a:spcBef>
              <a:spcPct val="0"/>
            </a:spcBef>
            <a:spcAft>
              <a:spcPct val="35000"/>
            </a:spcAft>
            <a:buNone/>
          </a:pPr>
          <a:r>
            <a:rPr lang="en-US" sz="1100" kern="1200" dirty="0"/>
            <a:t>To develop new services</a:t>
          </a:r>
        </a:p>
      </dsp:txBody>
      <dsp:txXfrm>
        <a:off x="1811635" y="1646538"/>
        <a:ext cx="2472789" cy="383856"/>
      </dsp:txXfrm>
    </dsp:sp>
    <dsp:sp modelId="{3521E46F-92DB-4152-9081-CB6ABC7FCCBA}">
      <dsp:nvSpPr>
        <dsp:cNvPr id="0" name=""/>
        <dsp:cNvSpPr/>
      </dsp:nvSpPr>
      <dsp:spPr>
        <a:xfrm>
          <a:off x="3239958" y="602071"/>
          <a:ext cx="1912010" cy="2472789"/>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38540" rIns="99568" bIns="99568"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kern="1200">
              <a:solidFill>
                <a:schemeClr val="tx1"/>
              </a:solidFill>
            </a:rPr>
            <a:t>User data and historical interactions provide insights for innovative offerings</a:t>
          </a:r>
          <a:endParaRPr lang="en-US" sz="1100" kern="1200" dirty="0">
            <a:solidFill>
              <a:schemeClr val="tx1"/>
            </a:solidFill>
          </a:endParaRPr>
        </a:p>
        <a:p>
          <a:pPr marL="57150" lvl="1" indent="-57150" algn="l" defTabSz="488950">
            <a:lnSpc>
              <a:spcPct val="90000"/>
            </a:lnSpc>
            <a:spcBef>
              <a:spcPct val="0"/>
            </a:spcBef>
            <a:spcAft>
              <a:spcPct val="15000"/>
            </a:spcAft>
            <a:buFont typeface="Arial" panose="020B0604020202020204" pitchFamily="34" charset="0"/>
            <a:buChar char="•"/>
          </a:pPr>
          <a:endParaRPr lang="en-US" sz="1100" kern="1200" dirty="0">
            <a:solidFill>
              <a:schemeClr val="tx1"/>
            </a:solidFill>
          </a:endParaRPr>
        </a:p>
        <a:p>
          <a:pPr marL="57150" lvl="1" indent="-57150" algn="l" defTabSz="488950">
            <a:lnSpc>
              <a:spcPct val="90000"/>
            </a:lnSpc>
            <a:spcBef>
              <a:spcPct val="0"/>
            </a:spcBef>
            <a:spcAft>
              <a:spcPct val="15000"/>
            </a:spcAft>
            <a:buChar char="•"/>
          </a:pPr>
          <a:r>
            <a:rPr lang="en-US" sz="1100" kern="1200" dirty="0">
              <a:solidFill>
                <a:schemeClr val="tx1"/>
              </a:solidFill>
            </a:rPr>
            <a:t>For example, understanding photo organization behavior in Picasa shaped Google Photos</a:t>
          </a:r>
        </a:p>
      </dsp:txBody>
      <dsp:txXfrm>
        <a:off x="3239958" y="602071"/>
        <a:ext cx="1912010" cy="2472789"/>
      </dsp:txXfrm>
    </dsp:sp>
    <dsp:sp modelId="{EA5FA1EF-7CDE-4D6E-98D0-82853EB9A1F6}">
      <dsp:nvSpPr>
        <dsp:cNvPr id="0" name=""/>
        <dsp:cNvSpPr/>
      </dsp:nvSpPr>
      <dsp:spPr>
        <a:xfrm>
          <a:off x="2856102" y="95381"/>
          <a:ext cx="767712" cy="7677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130EB4-5DC5-45DD-8DC2-C08182295726}">
      <dsp:nvSpPr>
        <dsp:cNvPr id="0" name=""/>
        <dsp:cNvSpPr/>
      </dsp:nvSpPr>
      <dsp:spPr>
        <a:xfrm rot="16200000">
          <a:off x="4615826" y="1646538"/>
          <a:ext cx="2472789" cy="383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38540" bIns="0" numCol="1" spcCol="1270" anchor="t" anchorCtr="0">
          <a:noAutofit/>
        </a:bodyPr>
        <a:lstStyle/>
        <a:p>
          <a:pPr marL="0" lvl="0" indent="0" algn="r" defTabSz="488950">
            <a:lnSpc>
              <a:spcPct val="90000"/>
            </a:lnSpc>
            <a:spcBef>
              <a:spcPct val="0"/>
            </a:spcBef>
            <a:spcAft>
              <a:spcPct val="35000"/>
            </a:spcAft>
            <a:buNone/>
          </a:pPr>
          <a:r>
            <a:rPr lang="en-US" sz="1100" kern="1200" dirty="0"/>
            <a:t>Providing personalized services tailored to user’s preferences</a:t>
          </a:r>
        </a:p>
      </dsp:txBody>
      <dsp:txXfrm>
        <a:off x="4615826" y="1646538"/>
        <a:ext cx="2472789" cy="383856"/>
      </dsp:txXfrm>
    </dsp:sp>
    <dsp:sp modelId="{1EDBCFA8-8EEE-4E38-B6AE-900E3ABA7B8D}">
      <dsp:nvSpPr>
        <dsp:cNvPr id="0" name=""/>
        <dsp:cNvSpPr/>
      </dsp:nvSpPr>
      <dsp:spPr>
        <a:xfrm>
          <a:off x="6044149" y="602071"/>
          <a:ext cx="1912010" cy="2472789"/>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38540" rIns="99568" bIns="99568"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kern="1200">
              <a:solidFill>
                <a:schemeClr val="tx1"/>
              </a:solidFill>
            </a:rPr>
            <a:t>Data allows Google to tailor services to users' preferences and interests</a:t>
          </a:r>
          <a:endParaRPr lang="en-US" sz="1100" kern="1200" dirty="0">
            <a:solidFill>
              <a:schemeClr val="tx1"/>
            </a:solidFill>
          </a:endParaRPr>
        </a:p>
        <a:p>
          <a:pPr marL="57150" lvl="1" indent="-57150" algn="l" defTabSz="488950">
            <a:lnSpc>
              <a:spcPct val="90000"/>
            </a:lnSpc>
            <a:spcBef>
              <a:spcPct val="0"/>
            </a:spcBef>
            <a:spcAft>
              <a:spcPct val="15000"/>
            </a:spcAft>
            <a:buFont typeface="Arial" panose="020B0604020202020204" pitchFamily="34" charset="0"/>
            <a:buChar char="•"/>
          </a:pPr>
          <a:endParaRPr lang="en-US" sz="1100" kern="1200" dirty="0">
            <a:solidFill>
              <a:schemeClr val="tx1"/>
            </a:solidFill>
          </a:endParaRPr>
        </a:p>
        <a:p>
          <a:pPr marL="57150" lvl="1" indent="-57150" algn="l" defTabSz="488950">
            <a:lnSpc>
              <a:spcPct val="90000"/>
            </a:lnSpc>
            <a:spcBef>
              <a:spcPct val="0"/>
            </a:spcBef>
            <a:spcAft>
              <a:spcPct val="15000"/>
            </a:spcAft>
            <a:buChar char="•"/>
          </a:pPr>
          <a:r>
            <a:rPr lang="en-US" sz="1100" kern="1200" dirty="0">
              <a:solidFill>
                <a:schemeClr val="tx1"/>
              </a:solidFill>
            </a:rPr>
            <a:t>This includes personalized recommendations, search results, and tailored advertising</a:t>
          </a:r>
        </a:p>
        <a:p>
          <a:pPr marL="57150" lvl="1" indent="-57150" algn="l" defTabSz="488950">
            <a:lnSpc>
              <a:spcPct val="90000"/>
            </a:lnSpc>
            <a:spcBef>
              <a:spcPct val="0"/>
            </a:spcBef>
            <a:spcAft>
              <a:spcPct val="15000"/>
            </a:spcAft>
            <a:buChar char="•"/>
          </a:pPr>
          <a:endParaRPr lang="en-US" sz="1100" kern="1200" dirty="0">
            <a:solidFill>
              <a:schemeClr val="tx1"/>
            </a:solidFill>
          </a:endParaRPr>
        </a:p>
        <a:p>
          <a:pPr marL="57150" lvl="1" indent="-57150" algn="l" defTabSz="488950">
            <a:lnSpc>
              <a:spcPct val="90000"/>
            </a:lnSpc>
            <a:spcBef>
              <a:spcPct val="0"/>
            </a:spcBef>
            <a:spcAft>
              <a:spcPct val="15000"/>
            </a:spcAft>
            <a:buChar char="•"/>
          </a:pPr>
          <a:r>
            <a:rPr lang="en-US" sz="1100" kern="1200">
              <a:solidFill>
                <a:schemeClr val="tx1"/>
              </a:solidFill>
            </a:rPr>
            <a:t>Like suggesting new apps on Google Play based on your existing app library</a:t>
          </a:r>
          <a:endParaRPr lang="en-US" sz="1100" kern="1200" dirty="0">
            <a:solidFill>
              <a:schemeClr val="tx1"/>
            </a:solidFill>
          </a:endParaRPr>
        </a:p>
      </dsp:txBody>
      <dsp:txXfrm>
        <a:off x="6044149" y="602071"/>
        <a:ext cx="1912010" cy="2472789"/>
      </dsp:txXfrm>
    </dsp:sp>
    <dsp:sp modelId="{CF63C370-E630-4755-BF18-69561F5AD9DF}">
      <dsp:nvSpPr>
        <dsp:cNvPr id="0" name=""/>
        <dsp:cNvSpPr/>
      </dsp:nvSpPr>
      <dsp:spPr>
        <a:xfrm>
          <a:off x="5660293" y="95381"/>
          <a:ext cx="767712" cy="76771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2878B-AF09-4CAD-A59F-B6AD7AB19EC3}">
      <dsp:nvSpPr>
        <dsp:cNvPr id="0" name=""/>
        <dsp:cNvSpPr/>
      </dsp:nvSpPr>
      <dsp:spPr>
        <a:xfrm rot="16200000">
          <a:off x="-866593" y="1555989"/>
          <a:ext cx="2305607" cy="487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30146" bIns="0" numCol="1" spcCol="1270" anchor="t" anchorCtr="0">
          <a:noAutofit/>
        </a:bodyPr>
        <a:lstStyle/>
        <a:p>
          <a:pPr marL="0" lvl="0" indent="0" algn="r" defTabSz="533400">
            <a:lnSpc>
              <a:spcPct val="90000"/>
            </a:lnSpc>
            <a:spcBef>
              <a:spcPct val="0"/>
            </a:spcBef>
            <a:spcAft>
              <a:spcPct val="35000"/>
            </a:spcAft>
            <a:buNone/>
          </a:pPr>
          <a:r>
            <a:rPr lang="en-US" sz="1200" kern="1200" dirty="0"/>
            <a:t>To measure performance and observe engagement with ads</a:t>
          </a:r>
        </a:p>
      </dsp:txBody>
      <dsp:txXfrm>
        <a:off x="-866593" y="1555989"/>
        <a:ext cx="2305607" cy="487724"/>
      </dsp:txXfrm>
    </dsp:sp>
    <dsp:sp modelId="{EA06CA84-CFEF-4D30-B41E-3F6691420075}">
      <dsp:nvSpPr>
        <dsp:cNvPr id="0" name=""/>
        <dsp:cNvSpPr/>
      </dsp:nvSpPr>
      <dsp:spPr>
        <a:xfrm>
          <a:off x="530072" y="647048"/>
          <a:ext cx="2993273" cy="2305607"/>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430146" rIns="113792" bIns="11379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rPr>
            <a:t>Google analyzes how users interact and engage with services and ads</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solidFill>
              <a:schemeClr val="tx1"/>
            </a:solidFill>
          </a:endParaRPr>
        </a:p>
        <a:p>
          <a:pPr marL="114300" lvl="1" indent="-114300" algn="l" defTabSz="533400">
            <a:lnSpc>
              <a:spcPct val="90000"/>
            </a:lnSpc>
            <a:spcBef>
              <a:spcPct val="0"/>
            </a:spcBef>
            <a:spcAft>
              <a:spcPct val="15000"/>
            </a:spcAft>
            <a:buChar char="•"/>
          </a:pPr>
          <a:r>
            <a:rPr lang="en-US" sz="1200" kern="1200" dirty="0">
              <a:solidFill>
                <a:schemeClr val="tx1"/>
              </a:solidFill>
            </a:rPr>
            <a:t>This data helps optimize performance and provide marketers with campaign analytics</a:t>
          </a:r>
        </a:p>
        <a:p>
          <a:pPr marL="114300" lvl="1" indent="-114300" algn="l" defTabSz="533400">
            <a:lnSpc>
              <a:spcPct val="90000"/>
            </a:lnSpc>
            <a:spcBef>
              <a:spcPct val="0"/>
            </a:spcBef>
            <a:spcAft>
              <a:spcPct val="15000"/>
            </a:spcAft>
            <a:buChar char="•"/>
          </a:pPr>
          <a:endParaRPr lang="en-US" sz="1200" kern="1200" dirty="0">
            <a:solidFill>
              <a:schemeClr val="tx1"/>
            </a:solidFill>
          </a:endParaRPr>
        </a:p>
        <a:p>
          <a:pPr marL="114300" lvl="1" indent="-114300" algn="l" defTabSz="533400">
            <a:lnSpc>
              <a:spcPct val="90000"/>
            </a:lnSpc>
            <a:spcBef>
              <a:spcPct val="0"/>
            </a:spcBef>
            <a:spcAft>
              <a:spcPct val="15000"/>
            </a:spcAft>
            <a:buChar char="•"/>
          </a:pPr>
          <a:r>
            <a:rPr lang="en-US" sz="1200" kern="1200" dirty="0">
              <a:solidFill>
                <a:schemeClr val="tx1"/>
              </a:solidFill>
            </a:rPr>
            <a:t>Understanding ad effectiveness and audience targeting is valuable for advertisers</a:t>
          </a:r>
        </a:p>
      </dsp:txBody>
      <dsp:txXfrm>
        <a:off x="530072" y="647048"/>
        <a:ext cx="2993273" cy="2305607"/>
      </dsp:txXfrm>
    </dsp:sp>
    <dsp:sp modelId="{EF82E389-7BE8-4E1F-B048-935C852E4E30}">
      <dsp:nvSpPr>
        <dsp:cNvPr id="0" name=""/>
        <dsp:cNvSpPr/>
      </dsp:nvSpPr>
      <dsp:spPr>
        <a:xfrm>
          <a:off x="42347" y="3251"/>
          <a:ext cx="975449" cy="9754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0930FE-FEF7-4349-BD95-520646716573}">
      <dsp:nvSpPr>
        <dsp:cNvPr id="0" name=""/>
        <dsp:cNvSpPr/>
      </dsp:nvSpPr>
      <dsp:spPr>
        <a:xfrm rot="16200000">
          <a:off x="3386341" y="1555989"/>
          <a:ext cx="2305607" cy="487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30146" bIns="0" numCol="1" spcCol="1270" anchor="t" anchorCtr="0">
          <a:noAutofit/>
        </a:bodyPr>
        <a:lstStyle/>
        <a:p>
          <a:pPr marL="0" lvl="0" indent="0" algn="r" defTabSz="533400">
            <a:lnSpc>
              <a:spcPct val="90000"/>
            </a:lnSpc>
            <a:spcBef>
              <a:spcPct val="0"/>
            </a:spcBef>
            <a:spcAft>
              <a:spcPct val="35000"/>
            </a:spcAft>
            <a:buNone/>
          </a:pPr>
          <a:r>
            <a:rPr lang="en-US" sz="1200" kern="1200" dirty="0"/>
            <a:t>Protects users from fraud and enhances overall security</a:t>
          </a:r>
        </a:p>
      </dsp:txBody>
      <dsp:txXfrm>
        <a:off x="3386341" y="1555989"/>
        <a:ext cx="2305607" cy="487724"/>
      </dsp:txXfrm>
    </dsp:sp>
    <dsp:sp modelId="{C66E4A0B-5941-402B-AC91-B18BB1CBD66A}">
      <dsp:nvSpPr>
        <dsp:cNvPr id="0" name=""/>
        <dsp:cNvSpPr/>
      </dsp:nvSpPr>
      <dsp:spPr>
        <a:xfrm>
          <a:off x="4783007" y="647048"/>
          <a:ext cx="2993273" cy="2305607"/>
        </a:xfrm>
        <a:prstGeom prst="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430146" rIns="113792" bIns="11379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chemeClr val="tx1"/>
              </a:solidFill>
            </a:rPr>
            <a:t>User data enables Google to identify potential security risks and threats</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solidFill>
              <a:schemeClr val="tx1"/>
            </a:solidFill>
          </a:endParaRPr>
        </a:p>
        <a:p>
          <a:pPr marL="114300" lvl="1" indent="-114300" algn="l" defTabSz="533400">
            <a:lnSpc>
              <a:spcPct val="90000"/>
            </a:lnSpc>
            <a:spcBef>
              <a:spcPct val="0"/>
            </a:spcBef>
            <a:spcAft>
              <a:spcPct val="15000"/>
            </a:spcAft>
            <a:buChar char="•"/>
          </a:pPr>
          <a:r>
            <a:rPr lang="en-US" sz="1200" kern="1200" dirty="0">
              <a:solidFill>
                <a:schemeClr val="tx1"/>
              </a:solidFill>
            </a:rPr>
            <a:t>It powers systems to detect spam, malware, unauthorized access attempts</a:t>
          </a:r>
        </a:p>
        <a:p>
          <a:pPr marL="114300" lvl="1" indent="-114300" algn="l" defTabSz="533400">
            <a:lnSpc>
              <a:spcPct val="90000"/>
            </a:lnSpc>
            <a:spcBef>
              <a:spcPct val="0"/>
            </a:spcBef>
            <a:spcAft>
              <a:spcPct val="15000"/>
            </a:spcAft>
            <a:buChar char="•"/>
          </a:pPr>
          <a:endParaRPr lang="en-US" sz="1200" kern="1200" dirty="0">
            <a:solidFill>
              <a:schemeClr val="tx1"/>
            </a:solidFill>
          </a:endParaRPr>
        </a:p>
        <a:p>
          <a:pPr marL="114300" lvl="1" indent="-114300" algn="l" defTabSz="533400">
            <a:lnSpc>
              <a:spcPct val="90000"/>
            </a:lnSpc>
            <a:spcBef>
              <a:spcPct val="0"/>
            </a:spcBef>
            <a:spcAft>
              <a:spcPct val="15000"/>
            </a:spcAft>
            <a:buChar char="•"/>
          </a:pPr>
          <a:r>
            <a:rPr lang="en-US" sz="1200" kern="1200" dirty="0">
              <a:solidFill>
                <a:schemeClr val="tx1"/>
              </a:solidFill>
            </a:rPr>
            <a:t>Maintaining a secure ecosystem by identifying fraudulent or harmful activities.</a:t>
          </a:r>
        </a:p>
      </dsp:txBody>
      <dsp:txXfrm>
        <a:off x="4783007" y="647048"/>
        <a:ext cx="2993273" cy="2305607"/>
      </dsp:txXfrm>
    </dsp:sp>
    <dsp:sp modelId="{FB6E89B7-5741-44B4-A2E5-F65E2290DD9E}">
      <dsp:nvSpPr>
        <dsp:cNvPr id="0" name=""/>
        <dsp:cNvSpPr/>
      </dsp:nvSpPr>
      <dsp:spPr>
        <a:xfrm>
          <a:off x="4295282" y="3251"/>
          <a:ext cx="975449" cy="9754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0860A-F46B-4BBE-8ED2-738BF121CB98}">
      <dsp:nvSpPr>
        <dsp:cNvPr id="0" name=""/>
        <dsp:cNvSpPr/>
      </dsp:nvSpPr>
      <dsp:spPr>
        <a:xfrm>
          <a:off x="368" y="769434"/>
          <a:ext cx="646461" cy="323230"/>
        </a:xfrm>
        <a:prstGeom prst="roundRect">
          <a:avLst>
            <a:gd name="adj" fmla="val 10000"/>
          </a:avLst>
        </a:prstGeom>
        <a:solidFill>
          <a:schemeClr val="accent4">
            <a:alpha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User Empowerment</a:t>
          </a:r>
        </a:p>
      </dsp:txBody>
      <dsp:txXfrm>
        <a:off x="9835" y="778901"/>
        <a:ext cx="627527" cy="304296"/>
      </dsp:txXfrm>
    </dsp:sp>
    <dsp:sp modelId="{A2834C0D-BAFF-47F6-8455-399D5FA35BF3}">
      <dsp:nvSpPr>
        <dsp:cNvPr id="0" name=""/>
        <dsp:cNvSpPr/>
      </dsp:nvSpPr>
      <dsp:spPr>
        <a:xfrm rot="18289469">
          <a:off x="549716" y="729569"/>
          <a:ext cx="452811" cy="31245"/>
        </a:xfrm>
        <a:custGeom>
          <a:avLst/>
          <a:gdLst/>
          <a:ahLst/>
          <a:cxnLst/>
          <a:rect l="0" t="0" r="0" b="0"/>
          <a:pathLst>
            <a:path>
              <a:moveTo>
                <a:pt x="0" y="15622"/>
              </a:moveTo>
              <a:lnTo>
                <a:pt x="452811" y="15622"/>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802" y="733872"/>
        <a:ext cx="22640" cy="22640"/>
      </dsp:txXfrm>
    </dsp:sp>
    <dsp:sp modelId="{F15903E6-40C9-454A-A0AB-B7023BC6159D}">
      <dsp:nvSpPr>
        <dsp:cNvPr id="0" name=""/>
        <dsp:cNvSpPr/>
      </dsp:nvSpPr>
      <dsp:spPr>
        <a:xfrm>
          <a:off x="905414" y="397719"/>
          <a:ext cx="646461" cy="323230"/>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Direct control to manage personal data</a:t>
          </a:r>
        </a:p>
      </dsp:txBody>
      <dsp:txXfrm>
        <a:off x="914881" y="407186"/>
        <a:ext cx="627527" cy="304296"/>
      </dsp:txXfrm>
    </dsp:sp>
    <dsp:sp modelId="{BF42033B-40DB-4A9F-B723-4278730BBD4C}">
      <dsp:nvSpPr>
        <dsp:cNvPr id="0" name=""/>
        <dsp:cNvSpPr/>
      </dsp:nvSpPr>
      <dsp:spPr>
        <a:xfrm>
          <a:off x="646830" y="915427"/>
          <a:ext cx="258584" cy="31245"/>
        </a:xfrm>
        <a:custGeom>
          <a:avLst/>
          <a:gdLst/>
          <a:ahLst/>
          <a:cxnLst/>
          <a:rect l="0" t="0" r="0" b="0"/>
          <a:pathLst>
            <a:path>
              <a:moveTo>
                <a:pt x="0" y="15622"/>
              </a:moveTo>
              <a:lnTo>
                <a:pt x="258584" y="15622"/>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9657" y="924585"/>
        <a:ext cx="12929" cy="12929"/>
      </dsp:txXfrm>
    </dsp:sp>
    <dsp:sp modelId="{519BA88E-5177-4046-B3C0-4402D1D766C7}">
      <dsp:nvSpPr>
        <dsp:cNvPr id="0" name=""/>
        <dsp:cNvSpPr/>
      </dsp:nvSpPr>
      <dsp:spPr>
        <a:xfrm>
          <a:off x="905414" y="769434"/>
          <a:ext cx="646461" cy="323230"/>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Accessible information</a:t>
          </a:r>
        </a:p>
      </dsp:txBody>
      <dsp:txXfrm>
        <a:off x="914881" y="778901"/>
        <a:ext cx="627527" cy="304296"/>
      </dsp:txXfrm>
    </dsp:sp>
    <dsp:sp modelId="{A8206FE8-7AC5-4510-BE25-54EF3976A3DD}">
      <dsp:nvSpPr>
        <dsp:cNvPr id="0" name=""/>
        <dsp:cNvSpPr/>
      </dsp:nvSpPr>
      <dsp:spPr>
        <a:xfrm rot="3310531">
          <a:off x="549716" y="1101285"/>
          <a:ext cx="452811" cy="31245"/>
        </a:xfrm>
        <a:custGeom>
          <a:avLst/>
          <a:gdLst/>
          <a:ahLst/>
          <a:cxnLst/>
          <a:rect l="0" t="0" r="0" b="0"/>
          <a:pathLst>
            <a:path>
              <a:moveTo>
                <a:pt x="0" y="15622"/>
              </a:moveTo>
              <a:lnTo>
                <a:pt x="452811" y="15622"/>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802" y="1105587"/>
        <a:ext cx="22640" cy="22640"/>
      </dsp:txXfrm>
    </dsp:sp>
    <dsp:sp modelId="{A47F1FB8-C473-429E-AE56-B1CF078A56B3}">
      <dsp:nvSpPr>
        <dsp:cNvPr id="0" name=""/>
        <dsp:cNvSpPr/>
      </dsp:nvSpPr>
      <dsp:spPr>
        <a:xfrm>
          <a:off x="905414" y="1141149"/>
          <a:ext cx="646461" cy="323230"/>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schemeClr val="tx1"/>
              </a:solidFill>
            </a:rPr>
            <a:t>Privacy Tools</a:t>
          </a:r>
        </a:p>
      </dsp:txBody>
      <dsp:txXfrm>
        <a:off x="914881" y="1150616"/>
        <a:ext cx="627527" cy="3042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78A512-1A63-4E04-90DA-8680B1F04A33}">
      <dsp:nvSpPr>
        <dsp:cNvPr id="0" name=""/>
        <dsp:cNvSpPr/>
      </dsp:nvSpPr>
      <dsp:spPr>
        <a:xfrm>
          <a:off x="801" y="1512832"/>
          <a:ext cx="1014304" cy="507152"/>
        </a:xfrm>
        <a:prstGeom prst="roundRect">
          <a:avLst>
            <a:gd name="adj" fmla="val 10000"/>
          </a:avLst>
        </a:prstGeom>
        <a:solidFill>
          <a:schemeClr val="accent4">
            <a:alpha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Transparency</a:t>
          </a:r>
        </a:p>
      </dsp:txBody>
      <dsp:txXfrm>
        <a:off x="15655" y="1527686"/>
        <a:ext cx="984596" cy="477444"/>
      </dsp:txXfrm>
    </dsp:sp>
    <dsp:sp modelId="{41EFCA01-A016-4BA7-BE42-B7EAA1AB278C}">
      <dsp:nvSpPr>
        <dsp:cNvPr id="0" name=""/>
        <dsp:cNvSpPr/>
      </dsp:nvSpPr>
      <dsp:spPr>
        <a:xfrm rot="18289469">
          <a:off x="862733" y="1461875"/>
          <a:ext cx="710466" cy="25839"/>
        </a:xfrm>
        <a:custGeom>
          <a:avLst/>
          <a:gdLst/>
          <a:ahLst/>
          <a:cxnLst/>
          <a:rect l="0" t="0" r="0" b="0"/>
          <a:pathLst>
            <a:path>
              <a:moveTo>
                <a:pt x="0" y="12919"/>
              </a:moveTo>
              <a:lnTo>
                <a:pt x="710466" y="12919"/>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00205" y="1457034"/>
        <a:ext cx="35523" cy="35523"/>
      </dsp:txXfrm>
    </dsp:sp>
    <dsp:sp modelId="{6410C0D1-8FAF-4D07-8FAD-83ED795391D7}">
      <dsp:nvSpPr>
        <dsp:cNvPr id="0" name=""/>
        <dsp:cNvSpPr/>
      </dsp:nvSpPr>
      <dsp:spPr>
        <a:xfrm>
          <a:off x="1420827" y="929606"/>
          <a:ext cx="1014304" cy="507152"/>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Detailed disclosures</a:t>
          </a:r>
        </a:p>
      </dsp:txBody>
      <dsp:txXfrm>
        <a:off x="1435681" y="944460"/>
        <a:ext cx="984596" cy="477444"/>
      </dsp:txXfrm>
    </dsp:sp>
    <dsp:sp modelId="{64A4F3CF-0D34-47C9-BFCF-7FBEAD31AF33}">
      <dsp:nvSpPr>
        <dsp:cNvPr id="0" name=""/>
        <dsp:cNvSpPr/>
      </dsp:nvSpPr>
      <dsp:spPr>
        <a:xfrm>
          <a:off x="1015106" y="1753488"/>
          <a:ext cx="405721" cy="25839"/>
        </a:xfrm>
        <a:custGeom>
          <a:avLst/>
          <a:gdLst/>
          <a:ahLst/>
          <a:cxnLst/>
          <a:rect l="0" t="0" r="0" b="0"/>
          <a:pathLst>
            <a:path>
              <a:moveTo>
                <a:pt x="0" y="12919"/>
              </a:moveTo>
              <a:lnTo>
                <a:pt x="405721" y="12919"/>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07823" y="1756265"/>
        <a:ext cx="20286" cy="20286"/>
      </dsp:txXfrm>
    </dsp:sp>
    <dsp:sp modelId="{B5CABA1C-2A11-4E06-9CA9-17D1CEF98BD3}">
      <dsp:nvSpPr>
        <dsp:cNvPr id="0" name=""/>
        <dsp:cNvSpPr/>
      </dsp:nvSpPr>
      <dsp:spPr>
        <a:xfrm>
          <a:off x="1420827" y="1512832"/>
          <a:ext cx="1014304" cy="507152"/>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Communicating regular updates</a:t>
          </a:r>
        </a:p>
      </dsp:txBody>
      <dsp:txXfrm>
        <a:off x="1435681" y="1527686"/>
        <a:ext cx="984596" cy="477444"/>
      </dsp:txXfrm>
    </dsp:sp>
    <dsp:sp modelId="{F3182CFF-5865-41B2-9275-BF430ADDDCD4}">
      <dsp:nvSpPr>
        <dsp:cNvPr id="0" name=""/>
        <dsp:cNvSpPr/>
      </dsp:nvSpPr>
      <dsp:spPr>
        <a:xfrm rot="3310531">
          <a:off x="862733" y="2045101"/>
          <a:ext cx="710466" cy="25839"/>
        </a:xfrm>
        <a:custGeom>
          <a:avLst/>
          <a:gdLst/>
          <a:ahLst/>
          <a:cxnLst/>
          <a:rect l="0" t="0" r="0" b="0"/>
          <a:pathLst>
            <a:path>
              <a:moveTo>
                <a:pt x="0" y="12919"/>
              </a:moveTo>
              <a:lnTo>
                <a:pt x="710466" y="12919"/>
              </a:lnTo>
            </a:path>
          </a:pathLst>
        </a:custGeom>
        <a:noFill/>
        <a:ln w="25400" cap="flat" cmpd="sng" algn="ctr">
          <a:solidFill>
            <a:schemeClr val="accent4">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00205" y="2040259"/>
        <a:ext cx="35523" cy="35523"/>
      </dsp:txXfrm>
    </dsp:sp>
    <dsp:sp modelId="{C6D8B595-421B-46C5-ABD7-74F6209F87BC}">
      <dsp:nvSpPr>
        <dsp:cNvPr id="0" name=""/>
        <dsp:cNvSpPr/>
      </dsp:nvSpPr>
      <dsp:spPr>
        <a:xfrm>
          <a:off x="1420827" y="2096057"/>
          <a:ext cx="1014304" cy="507152"/>
        </a:xfrm>
        <a:prstGeom prst="roundRect">
          <a:avLst>
            <a:gd name="adj" fmla="val 10000"/>
          </a:avLst>
        </a:prstGeom>
        <a:solidFill>
          <a:schemeClr val="accent4">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tx1"/>
              </a:solidFill>
            </a:rPr>
            <a:t>Simplifies complex terms</a:t>
          </a:r>
        </a:p>
      </dsp:txBody>
      <dsp:txXfrm>
        <a:off x="1435681" y="2110911"/>
        <a:ext cx="984596" cy="477444"/>
      </dsp:txXfrm>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1a818a6b0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1a818a6b0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Good morning/afternoon/evening, everyone. Today we'll explore the fascinating evolution of Google - a company that started as a simple search engine in 1998 but has since transformed into a tech titan influencing nearly every facet of our digital lives.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51912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Founded by Larry Page and Sergey Brin, Google began with an innovative approach to web searching. However, it has grown far beyond its search roots, now offering an expansive suite of products and services that many of us rely on daily. From Gmail for communication, to Google Drive for storage, to the Android operating system powering billions of mobile devices worldwide, Google has redefined how we work, play, and stay connected.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our reliance on Google's tools has increased, so too have the concerns around data privacy and the sheer amount of user information the company collects. Google's extensive data gathering has sparked an important debate balancing user convenience against individual privacy rights.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this presentation, we'll take a comprehensive look at how Google's ecosystem of services operate under the hood. We'll examine the types of data collected, the use of tracking technologies like cookies, and how the company's privacy policies have shifted over time. Our goal is to leave with a transparent understanding of Google's profound impact on digital privacy in our hyper-connected world.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Get ready to go on an insightful journey deconstructing one of the most powerful and influential technology companies of the modern era. Let's dive in!</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In today's digital landscape, the services we use often collect various forms of data to enhance user experience, personalize content, and improve their offerings. Google, being one of the largest tech companies, collects a diverse array of information from its users across its suite of products and services. Let's delve into the types of data Google collects and the sources from which it gathers them:</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User-Provided Data : When you create a Google Account, you provide personal details like your name and password. Additionally, you may choose to include optional information like phone numbers or payment details. Google also collects content you create, upload, or receive via its services, such as emails, documents, photos, or videos.</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Activity Data : Google tracks various activities, including search queries and interactions with search results and ads. It also collects communication data, such as emails, messaging, and voice/video calls. If you've chosen to sync your browsing history with your Google Account, that data is also collected. Moreover, interactions with Google apps, services, and content are recorded.</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Device-Data : Google gathers information about the devices you use, including their specifications like model, operating system, and unique identifiers. It also tracks interactions with Google services, such as app usage and IP addresses. Sensor data from device capabilities like location and battery status is also collected. </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Third-Party Data : Google utilizes third-party data sources as well. This includes information from advertising partners, which helps build a profile of your interests and behaviors. Data from Google's integrated services on third-party sites and apps is also collected. Furthermore, Google indexes public records and information from various sources, contributing to the data it holds about users.</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endParaRPr lang="en-US" dirty="0"/>
          </a:p>
        </p:txBody>
      </p:sp>
    </p:spTree>
    <p:extLst>
      <p:ext uri="{BB962C8B-B14F-4D97-AF65-F5344CB8AC3E}">
        <p14:creationId xmlns:p14="http://schemas.microsoft.com/office/powerpoint/2010/main" val="1368095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D0D0D"/>
                </a:solidFill>
                <a:effectLst/>
                <a:highlight>
                  <a:srgbClr val="FFFFFF"/>
                </a:highlight>
                <a:latin typeface="Söhne"/>
              </a:rPr>
              <a:t>So, without further ado, let's dive into the intricacies of Google's data collection practices and discover why it's more than just about gathering information—it's about delivering value, innovation, and security in today's digital landscape.</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Service Delivery and Optimization:</a:t>
            </a:r>
            <a:r>
              <a:rPr lang="en-US" b="0" i="0" dirty="0">
                <a:solidFill>
                  <a:srgbClr val="0D0D0D"/>
                </a:solidFill>
                <a:effectLst/>
                <a:highlight>
                  <a:srgbClr val="FFFFFF"/>
                </a:highlight>
                <a:latin typeface="Söhne"/>
              </a:rPr>
              <a:t> Google collects data to improve the performance of its services. For instance, by analyzing how users interact with search queries, Google can enhance the speed and accuracy of search results. Similarly, data helps refine complex features like spell-check and language models, ensuring that Google's services evolve to meet user expectations. By continuously analyzing usage data, Google can identify patterns and trends, allowing for ongoing improvements to enhance user experiences.</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Developing New Products and Services:</a:t>
            </a:r>
            <a:r>
              <a:rPr lang="en-US" b="0" i="0" dirty="0">
                <a:solidFill>
                  <a:srgbClr val="0D0D0D"/>
                </a:solidFill>
                <a:effectLst/>
                <a:highlight>
                  <a:srgbClr val="FFFFFF"/>
                </a:highlight>
                <a:latin typeface="Söhne"/>
              </a:rPr>
              <a:t> User data provides valuable insights that drive innovation at Google. By studying how users interact with existing products, such as Picasa, Google gains valuable insights that shape the development of new offerings, like Google Photos. By understanding user behaviors and preferences, Google can anticipate market demands and create products that resonate with users, fostering innovation and growth within the company.</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Personalization and Customization:</a:t>
            </a:r>
            <a:r>
              <a:rPr lang="en-US" b="0" i="0" dirty="0">
                <a:solidFill>
                  <a:srgbClr val="0D0D0D"/>
                </a:solidFill>
                <a:effectLst/>
                <a:highlight>
                  <a:srgbClr val="FFFFFF"/>
                </a:highlight>
                <a:latin typeface="Söhne"/>
              </a:rPr>
              <a:t> Google leverages data to personalize and customize its services for individual users. By analyzing user preferences, search history, and other interactions, Google can tailor recommendations, search results, and advertising to match each user's interests and needs. This level of personalization enhances user engagement and satisfaction, ultimately improving the overall user experience across Google's platforms.</a:t>
            </a:r>
          </a:p>
          <a:p>
            <a:pPr marL="0" lvl="0" indent="0" algn="l" rtl="0">
              <a:spcBef>
                <a:spcPts val="0"/>
              </a:spcBef>
              <a:spcAft>
                <a:spcPts val="0"/>
              </a:spcAft>
              <a:buNone/>
            </a:pPr>
            <a:endParaRPr lang="en-US"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80829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i="0" dirty="0">
                <a:solidFill>
                  <a:srgbClr val="0D0D0D"/>
                </a:solidFill>
                <a:effectLst/>
                <a:highlight>
                  <a:srgbClr val="FFFFFF"/>
                </a:highlight>
                <a:latin typeface="Söhne"/>
              </a:rPr>
              <a:t>Performance Measurement and Advertising:</a:t>
            </a:r>
            <a:r>
              <a:rPr lang="en-US" b="0" i="0" dirty="0">
                <a:solidFill>
                  <a:srgbClr val="0D0D0D"/>
                </a:solidFill>
                <a:effectLst/>
                <a:highlight>
                  <a:srgbClr val="FFFFFF"/>
                </a:highlight>
                <a:latin typeface="Söhne"/>
              </a:rPr>
              <a:t> Data analysis plays a crucial role in measuring the performance of Google's services and advertising campaigns. By tracking user interactions and engagement metrics, Google can evaluate the effectiveness of its offerings and provide valuable insights to advertisers. This data-driven approach enables Google to optimize performance, refine targeting strategies, and deliver more relevant and engaging content to users, thereby maximizing value for both users and advertisers.</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Security, Fraud Detection, and Abuse Prevention:</a:t>
            </a:r>
            <a:r>
              <a:rPr lang="en-US" b="0" i="0" dirty="0">
                <a:solidFill>
                  <a:srgbClr val="0D0D0D"/>
                </a:solidFill>
                <a:effectLst/>
                <a:highlight>
                  <a:srgbClr val="FFFFFF"/>
                </a:highlight>
                <a:latin typeface="Söhne"/>
              </a:rPr>
              <a:t> Google utilizes data to identify and mitigate security risks, fraud, and abuse within its ecosystem. By monitoring user activities and analyzing patterns, Google can detect and prevent spam, malware, unauthorized access attempts, and other malicious activities. This proactive approach to security helps maintain a safe and trustworthy environment for users, protecting their personal information and safeguarding against potential threats.</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016498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In this slide, we're exploring important aspects of how Google handles data. Understanding these elements is crucial for ensuring transparency and accountability in Google's data practices. Let's delve into each area to grasp their significance.</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Organizational Access:</a:t>
            </a:r>
            <a:r>
              <a:rPr lang="en-US" b="0" i="0" dirty="0">
                <a:solidFill>
                  <a:srgbClr val="0D0D0D"/>
                </a:solidFill>
                <a:effectLst/>
                <a:highlight>
                  <a:srgbClr val="FFFFFF"/>
                </a:highlight>
                <a:latin typeface="Söhne"/>
              </a:rPr>
              <a:t> When you use Google services through a school, workplace, or another organization, administrators within that organization may have access to user accounts and usage statistics. This access enables them to manage data and oversee activities within their respective organizations. It ensures that organizations can maintain control and security while utilizing Google's services to support their operations effectively.</a:t>
            </a:r>
          </a:p>
          <a:p>
            <a:pPr algn="l"/>
            <a:r>
              <a:rPr lang="en-US" b="1" i="0" dirty="0">
                <a:solidFill>
                  <a:srgbClr val="0D0D0D"/>
                </a:solidFill>
                <a:effectLst/>
                <a:highlight>
                  <a:srgbClr val="FFFFFF"/>
                </a:highlight>
                <a:latin typeface="Söhne"/>
              </a:rPr>
              <a:t>Legal Compliance:</a:t>
            </a:r>
            <a:r>
              <a:rPr lang="en-US" b="0" i="0" dirty="0">
                <a:solidFill>
                  <a:srgbClr val="0D0D0D"/>
                </a:solidFill>
                <a:effectLst/>
                <a:highlight>
                  <a:srgbClr val="FFFFFF"/>
                </a:highlight>
                <a:latin typeface="Söhne"/>
              </a:rPr>
              <a:t> Google is committed to complying with legal obligations and government orders regarding data sharing. This means that if compelled by law, such as through valid legal processes, court orders, or investigations, Google may share personal data to comply with binding legal requests and due process. This ensures that Google cooperates with legal requirements while upholding privacy and security standards.</a:t>
            </a:r>
          </a:p>
          <a:p>
            <a:pPr algn="l"/>
            <a:r>
              <a:rPr lang="en-US" b="1" i="0" dirty="0">
                <a:solidFill>
                  <a:srgbClr val="0D0D0D"/>
                </a:solidFill>
                <a:effectLst/>
                <a:highlight>
                  <a:srgbClr val="FFFFFF"/>
                </a:highlight>
                <a:latin typeface="Söhne"/>
              </a:rPr>
              <a:t>User Consent:</a:t>
            </a:r>
            <a:r>
              <a:rPr lang="en-US" b="0" i="0" dirty="0">
                <a:solidFill>
                  <a:srgbClr val="0D0D0D"/>
                </a:solidFill>
                <a:effectLst/>
                <a:highlight>
                  <a:srgbClr val="FFFFFF"/>
                </a:highlight>
                <a:latin typeface="Söhne"/>
              </a:rPr>
              <a:t> Google respects user privacy and seeks explicit consent before sharing personal data with third parties. For example, if you authorize sharing details to complete a transaction or integrate with a third-party app, Google will proceed with your explicit permission. This consent-based approach ensures that users have control over how their sensitive personal information is shared and used.</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0D0D0D"/>
                </a:solidFill>
                <a:effectLst/>
                <a:highlight>
                  <a:srgbClr val="FFFFFF"/>
                </a:highlight>
                <a:latin typeface="Söhne"/>
              </a:rPr>
              <a:t>Service Providers:</a:t>
            </a:r>
            <a:r>
              <a:rPr lang="en-US" b="0" i="0" dirty="0">
                <a:solidFill>
                  <a:srgbClr val="0D0D0D"/>
                </a:solidFill>
                <a:effectLst/>
                <a:highlight>
                  <a:srgbClr val="FFFFFF"/>
                </a:highlight>
                <a:latin typeface="Söhne"/>
              </a:rPr>
              <a:t> Google works with trusted third-party vendors and partners who act as data processors. These parties handle data according to Google's instructions and stringent security standards. They play a crucial role in facilitating backend operations such as cloud services, customer support, and analytics, enabling Google to deliver seamless and efficient services to users.</a:t>
            </a:r>
          </a:p>
          <a:p>
            <a:pPr algn="l"/>
            <a:r>
              <a:rPr lang="en-US" b="1" i="0" dirty="0">
                <a:solidFill>
                  <a:srgbClr val="0D0D0D"/>
                </a:solidFill>
                <a:effectLst/>
                <a:highlight>
                  <a:srgbClr val="FFFFFF"/>
                </a:highlight>
                <a:latin typeface="Söhne"/>
              </a:rPr>
              <a:t>Advertising and Analytics:</a:t>
            </a:r>
            <a:r>
              <a:rPr lang="en-US" b="0" i="0" dirty="0">
                <a:solidFill>
                  <a:srgbClr val="0D0D0D"/>
                </a:solidFill>
                <a:effectLst/>
                <a:highlight>
                  <a:srgbClr val="FFFFFF"/>
                </a:highlight>
                <a:latin typeface="Söhne"/>
              </a:rPr>
              <a:t> User data is shared with Google's advertising and marketing partners to enhance ad targeting, campaign measurement, and analytics. This collaboration enables Google to utilize first-party data effectively while ensuring that marketing partners do not receive personally identifiable user information. It allows for more personalized and relevant advertising experiences while upholding user privacy.</a:t>
            </a:r>
          </a:p>
          <a:p>
            <a:pPr algn="l"/>
            <a:r>
              <a:rPr lang="en-US" b="1" i="0" dirty="0">
                <a:solidFill>
                  <a:srgbClr val="0D0D0D"/>
                </a:solidFill>
                <a:effectLst/>
                <a:highlight>
                  <a:srgbClr val="FFFFFF"/>
                </a:highlight>
                <a:latin typeface="Söhne"/>
              </a:rPr>
              <a:t>Acquisitions and Mergers:</a:t>
            </a:r>
            <a:r>
              <a:rPr lang="en-US" b="0" i="0" dirty="0">
                <a:solidFill>
                  <a:srgbClr val="0D0D0D"/>
                </a:solidFill>
                <a:effectLst/>
                <a:highlight>
                  <a:srgbClr val="FFFFFF"/>
                </a:highlight>
                <a:latin typeface="Söhne"/>
              </a:rPr>
              <a:t> In business transitions like acquisitions or mergers involving Google, user data may be transferred accordingly. Google ensures that personal information remains confidential and protected during such transitions. Additionally, users would be notified of any changes to privacy policies resulting from the involvement of a new entity, ensuring transparency and user awareness throughout the process.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36856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553343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Transparency: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Detailed disclosures: Google's Privacy Policy provides comprehensive information about what data is collected and its purposes. It includes examples and explanatory videos to help users understand the use of their data.</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Communicating regular updates: Google communicates changes to its Privacy Policy, including sending notifications of significant updates and providing access to archived versions.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Simplifies complex terms: The policy includes definitions for key terms and straightforward explanations to make the information more accessible to users.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40225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b="0" i="0" dirty="0">
                <a:solidFill>
                  <a:srgbClr val="0D0D0D"/>
                </a:solidFill>
                <a:effectLst/>
                <a:highlight>
                  <a:srgbClr val="FFFFFF"/>
                </a:highlight>
                <a:latin typeface="Söhne"/>
              </a:rPr>
              <a:t>Let’s particularly focus on how Google obtains and manages user consent for processing personal data. Consent plays a crucial role in ensuring transparency and empowering users to make informed decisions about their privacy preferences. Let's explore how Google handles consent throughout various stages of account setup and service usage.</a:t>
            </a:r>
          </a:p>
          <a:p>
            <a:pPr marL="158750" indent="0" algn="l">
              <a:buNone/>
            </a:pPr>
            <a:endParaRPr lang="en-US" b="0" i="0" dirty="0">
              <a:solidFill>
                <a:srgbClr val="0D0D0D"/>
              </a:solidFill>
              <a:effectLst/>
              <a:highlight>
                <a:srgbClr val="FFFFFF"/>
              </a:highlight>
              <a:latin typeface="Söhne"/>
            </a:endParaRPr>
          </a:p>
          <a:p>
            <a:pPr marL="457200" indent="-298450" algn="l"/>
            <a:r>
              <a:rPr lang="en-US" b="1" i="0" dirty="0">
                <a:solidFill>
                  <a:srgbClr val="0D0D0D"/>
                </a:solidFill>
                <a:effectLst/>
                <a:highlight>
                  <a:srgbClr val="FFFFFF"/>
                </a:highlight>
                <a:latin typeface="Söhne"/>
              </a:rPr>
              <a:t>Initial Account Set-up:</a:t>
            </a:r>
            <a:r>
              <a:rPr lang="en-US" b="0" i="0" dirty="0">
                <a:solidFill>
                  <a:srgbClr val="0D0D0D"/>
                </a:solidFill>
                <a:effectLst/>
                <a:highlight>
                  <a:srgbClr val="FFFFFF"/>
                </a:highlight>
                <a:latin typeface="Söhne"/>
              </a:rPr>
              <a:t> When users create a Google Account, they consent to Google processing their personal data, including email and profile information. This initial consent is fundamental to using Google services and forms the basis for data processing activities associated with the account.</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Service-Specific Consent:</a:t>
            </a:r>
            <a:r>
              <a:rPr lang="en-US" b="0" i="0" dirty="0">
                <a:solidFill>
                  <a:srgbClr val="0D0D0D"/>
                </a:solidFill>
                <a:effectLst/>
                <a:highlight>
                  <a:srgbClr val="FFFFFF"/>
                </a:highlight>
                <a:latin typeface="Söhne"/>
              </a:rPr>
              <a:t> Users provide specific consent for Google to use their location data in Google Maps or voice data for Google Assistant through service-specific settings. This targeted consent approach allows users to control how their data is used within specific Google services, enhancing transparency and user control.</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Consent via User Settings:</a:t>
            </a:r>
            <a:r>
              <a:rPr lang="en-US" b="0" i="0" dirty="0">
                <a:solidFill>
                  <a:srgbClr val="0D0D0D"/>
                </a:solidFill>
                <a:effectLst/>
                <a:highlight>
                  <a:srgbClr val="FFFFFF"/>
                </a:highlight>
                <a:latin typeface="Söhne"/>
              </a:rPr>
              <a:t> Users have the ability to adjust their settings to manage how Google personalizes ads and tracks their location. This empowers users to customize their privacy preferences according to their comfort level and ensures that consent remains dynamic and adaptable.</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Cookie Consent Banners:</a:t>
            </a:r>
            <a:r>
              <a:rPr lang="en-US" b="0" i="0" dirty="0">
                <a:solidFill>
                  <a:srgbClr val="0D0D0D"/>
                </a:solidFill>
                <a:effectLst/>
                <a:highlight>
                  <a:srgbClr val="FFFFFF"/>
                </a:highlight>
                <a:latin typeface="Söhne"/>
              </a:rPr>
              <a:t> Websites use cookie consent banners to inform visitors about the use of cookies for personalized ads and to obtain consent. This practice ensures that users are aware of data collection practices and have the opportunity to provide informed consent before proceeding.</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Implicit Consent through Usage:</a:t>
            </a:r>
            <a:r>
              <a:rPr lang="en-US" b="0" i="0" dirty="0">
                <a:solidFill>
                  <a:srgbClr val="0D0D0D"/>
                </a:solidFill>
                <a:effectLst/>
                <a:highlight>
                  <a:srgbClr val="FFFFFF"/>
                </a:highlight>
                <a:latin typeface="Söhne"/>
              </a:rPr>
              <a:t> By continuing to use Google services after being notified of updated terms or policies, users implicitly agree to the updated terms. This reflects a form of implicit consent through continued usage, reinforcing the importance of transparency and communication in data processing.</a:t>
            </a:r>
          </a:p>
          <a:p>
            <a:pPr marL="0" lvl="0" indent="0" algn="l" rtl="0">
              <a:spcBef>
                <a:spcPts val="0"/>
              </a:spcBef>
              <a:spcAft>
                <a:spcPts val="0"/>
              </a:spcAft>
              <a:buNone/>
            </a:pPr>
            <a:endParaRPr dirty="0">
              <a:latin typeface="+mn-lt"/>
            </a:endParaRPr>
          </a:p>
        </p:txBody>
      </p:sp>
    </p:spTree>
    <p:extLst>
      <p:ext uri="{BB962C8B-B14F-4D97-AF65-F5344CB8AC3E}">
        <p14:creationId xmlns:p14="http://schemas.microsoft.com/office/powerpoint/2010/main" val="120277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Let’s explore how Google prioritizes user data protection through strong security measures, transparency in legal requests, and strict compliance with data protection laws. These efforts underscore Google's commitment to safeguarding user information and ensuring accountability in its data practices. Let's delve into each aspect to understand how Google upholds legal compliance and promotes transparency in data disclosure.</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Safeguarding User Data:</a:t>
            </a:r>
            <a:r>
              <a:rPr lang="en-US" b="0" i="0" dirty="0">
                <a:solidFill>
                  <a:srgbClr val="0D0D0D"/>
                </a:solidFill>
                <a:effectLst/>
                <a:highlight>
                  <a:srgbClr val="FFFFFF"/>
                </a:highlight>
                <a:latin typeface="Söhne"/>
              </a:rPr>
              <a:t> Google implements robust security measures to protect user information. This includes encryption techniques and various security features such as Safe Browsing and 2-Step Verification. These measures help prevent unauthorized access and ensure that user data remains secure and private.</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Transparency Report:</a:t>
            </a:r>
            <a:r>
              <a:rPr lang="en-US" b="0" i="0" dirty="0">
                <a:solidFill>
                  <a:srgbClr val="0D0D0D"/>
                </a:solidFill>
                <a:effectLst/>
                <a:highlight>
                  <a:srgbClr val="FFFFFF"/>
                </a:highlight>
                <a:latin typeface="Söhne"/>
              </a:rPr>
              <a:t> Google publishes a Transparency Report that provides detailed insights into the number and types of legal requests for user data received from governments worldwide. This report reflects Google's commitment to transparency by disclosing information about government requests for user data and the company's responses to these requests, ensuring accountability and promoting user trust.</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Compliance Procedures:</a:t>
            </a:r>
            <a:r>
              <a:rPr lang="en-US" b="0" i="0" dirty="0">
                <a:solidFill>
                  <a:srgbClr val="0D0D0D"/>
                </a:solidFill>
                <a:effectLst/>
                <a:highlight>
                  <a:srgbClr val="FFFFFF"/>
                </a:highlight>
                <a:latin typeface="Söhne"/>
              </a:rPr>
              <a:t> Google adheres to stringent data protection laws and frameworks, continuously reviewing and updating its practices to ensure compliance with regulations. By prioritizing legal compliance, Google ensures that user data is handled responsibly and ethically, reflecting its commitment to maintaining high standards of data protection and privacy.</a:t>
            </a:r>
          </a:p>
          <a:p>
            <a:pPr marL="0" lvl="0" indent="0" algn="l" rtl="0">
              <a:spcBef>
                <a:spcPts val="0"/>
              </a:spcBef>
              <a:spcAft>
                <a:spcPts val="0"/>
              </a:spcAft>
              <a:buNone/>
            </a:pPr>
            <a:endParaRPr b="0" dirty="0">
              <a:latin typeface="+mn-lt"/>
            </a:endParaRPr>
          </a:p>
        </p:txBody>
      </p:sp>
    </p:spTree>
    <p:extLst>
      <p:ext uri="{BB962C8B-B14F-4D97-AF65-F5344CB8AC3E}">
        <p14:creationId xmlns:p14="http://schemas.microsoft.com/office/powerpoint/2010/main" val="934166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a56195bd6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a56195bd6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0D0D0D"/>
                </a:solidFill>
                <a:effectLst/>
                <a:highlight>
                  <a:srgbClr val="FFFFFF"/>
                </a:highlight>
                <a:latin typeface="Söhne"/>
              </a:rPr>
              <a:t>Handling of Legal Requests:</a:t>
            </a:r>
            <a:r>
              <a:rPr lang="en-US" b="0" i="0" dirty="0">
                <a:solidFill>
                  <a:srgbClr val="0D0D0D"/>
                </a:solidFill>
                <a:effectLst/>
                <a:highlight>
                  <a:srgbClr val="FFFFFF"/>
                </a:highlight>
                <a:latin typeface="Söhne"/>
              </a:rPr>
              <a:t> Google has established a rigorous legal process for handling government requests involving user information. Each request undergoes careful review to ensure it complies with applicable laws and aligns with the company's policies. This meticulous approach helps Google balance legal obligations with user privacy and security.</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Types of Legal Requests:</a:t>
            </a:r>
            <a:r>
              <a:rPr lang="en-US" b="0" i="0" dirty="0">
                <a:solidFill>
                  <a:srgbClr val="0D0D0D"/>
                </a:solidFill>
                <a:effectLst/>
                <a:highlight>
                  <a:srgbClr val="FFFFFF"/>
                </a:highlight>
                <a:latin typeface="Söhne"/>
              </a:rPr>
              <a:t> The types of legal requests Google may receive include requests for user information in legal proceedings. Google may share data if it has a good faith belief that access, use, preservation, or disclosure of the information is reasonably necessary to satisfy any applicable law, regulation, legal process, or enforceable governmental request. This ensures that Google responds appropriately to legal requests while prioritizing user privacy and data protection.</a:t>
            </a:r>
          </a:p>
          <a:p>
            <a:pPr marL="0" lvl="0" indent="0" algn="l" rtl="0">
              <a:spcBef>
                <a:spcPts val="0"/>
              </a:spcBef>
              <a:spcAft>
                <a:spcPts val="0"/>
              </a:spcAft>
              <a:buNone/>
            </a:pPr>
            <a:endParaRPr b="0" dirty="0">
              <a:latin typeface="+mn-lt"/>
            </a:endParaRPr>
          </a:p>
        </p:txBody>
      </p:sp>
    </p:spTree>
    <p:extLst>
      <p:ext uri="{BB962C8B-B14F-4D97-AF65-F5344CB8AC3E}">
        <p14:creationId xmlns:p14="http://schemas.microsoft.com/office/powerpoint/2010/main" val="3546184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1a56195bd6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1a56195bd6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b="0" i="0" dirty="0">
                <a:solidFill>
                  <a:srgbClr val="0D0D0D"/>
                </a:solidFill>
                <a:effectLst/>
                <a:highlight>
                  <a:srgbClr val="FFFFFF"/>
                </a:highlight>
                <a:latin typeface="Söhne"/>
              </a:rPr>
              <a:t>The role of cookies in data collection and how they contribute to user experience on Google's platforms. Cookies play a significant role in enhancing service functionality and personalizing user interactions. Let's delve into the functions, data collection, purposes, and user control aspects associated with cookies used by Google.</a:t>
            </a:r>
          </a:p>
          <a:p>
            <a:pPr marL="158750" indent="0" algn="l">
              <a:buNone/>
            </a:pP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Function of Cookies:</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Cookies are used by Google to save user settings, improve reliability, and deliver services expected by users, such as maintaining language preferences. They help enhance the user experience by remembering user preferences and settings across different sessions.</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Data Collection through Cookies:</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Cookies contribute to enhancing service functionality by maintaining sign-in status, delivering content tailored to user interests, and optimizing the overall user experience. This data collection enables Google to provide personalized and seamless services to users.</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Purposes of Using Cookies:</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Google offers users detailed controls over their cookie settings, allowing them to manage cookie preferences, including disabling them entirely. However, disabling cookies may affect the functionality of certain services. The primary purposes of using cookies are to improve service reliability and deliver personalized experiences based on user preferences.</a:t>
            </a:r>
          </a:p>
          <a:p>
            <a:pPr algn="l"/>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User Control and Privacy:</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Transparency about cookie usage is integral to Google's commitment to user privacy. Google ensures that users are informed about why cookies are necessary and how they can manage them. Providing users with control over their cookie settings empowers them to make informed choices about their privacy preferences.</a:t>
            </a:r>
          </a:p>
          <a:p>
            <a:pPr marL="0" lvl="0" indent="0" algn="l" rtl="0">
              <a:spcBef>
                <a:spcPts val="0"/>
              </a:spcBef>
              <a:spcAft>
                <a:spcPts val="0"/>
              </a:spcAft>
              <a:buNone/>
            </a:pPr>
            <a:endParaRPr dirty="0">
              <a:latin typeface="+mn-l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1b706bd00b_2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1b706bd00b_2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The evolution of Google's privacy policy over the past two decades, highlighting the factors that have driven its transformation and the importance of safeguarding our digital privacy in this ever-changing landscape.</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In the late 1990s, when Google was primarily a search engine, its privacy policy was a concise 600-word explanation of how it managed personal information. This straightforward document could be read in just 2 minutes, offering a clear overview of Google's data practices at the time.</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Fast forward to today, after more than 30 revisions, Google's privacy policy has expanded significantly to approximately 4,000 words. What once took minutes to read now requires at least 30 minutes to review thoroughly. This increase in complexity is largely attributed to Google's expansion through major acquisitions like YouTube (2006), DoubleClick (2008), Waze (2013), and other companies. As Google broadened its services and offerings, its privacy policy had to adapt to address the diverse data collection and usage across these platforms.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The landscape of the Internet has undergone profound changes, particularly with the proliferation of smartphones, which have revolutionized how we communicate and interact online. In response to these shifts, Google not only updated its privacy policy but also evolved its core business model, recognizing the significant benefits of collecting and analyzing vast amounts of data to enhance user experiences and drive innovation.</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Given these transformations, it's imperative that we take proactive measures to protect our digital lives, which are just as valuable today as they were two decades ago. As users, understanding and actively managing our digital footprint is essential for maintaining privacy and security in an increasingly interconnected world.</a:t>
            </a:r>
          </a:p>
          <a:p>
            <a:pPr marL="0" lvl="0" indent="0" algn="l" rtl="0">
              <a:spcBef>
                <a:spcPts val="0"/>
              </a:spcBef>
              <a:spcAft>
                <a:spcPts val="0"/>
              </a:spcAft>
              <a:buNone/>
            </a:pPr>
            <a:endParaRPr dirty="0">
              <a:latin typeface="+mn-l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1b706bd00b_2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1b706bd00b_2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Google's initial privacy policies were focused on treating user data in aggregate, rather than as individual profiles. This approach allowed Google to share information with advertisers and partners without identifying specific users. Targeted advertising, as we know it today, was not explicitly addressed until the mid-2000s.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In July 2004, a significant change occurred with the addition of a sentence that allowed user information to be shared across all Google services. This change was aimed at providing a seamless experience for users but also laid the groundwork for more comprehensive user profiling.</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By 2012, Google's privacy terms underwent substantial revision following a lawsuit over cookie tracking. These revisions granted Google broad usage rights to user-submitted content, empowering the company to leverage user data extensively without explicit consent.</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The implementation of GDPR (General Data Protection Regulation) in May 2018 prompted significant updates to Google's privacy policies. These changes were designed to align with regulatory requirements, resulting in clearer language and enhanced user control over data export and deletion.</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Despite efforts to improve readability, privacy policies remain complex and are primarily designed to protect companies rather than inform users. The full archive of policy changes is accessible on Google's Privacy &amp; Terms page, providing transparency into the evolution of Google's data practices over time.</a:t>
            </a:r>
          </a:p>
          <a:p>
            <a:pPr marL="0" lvl="0" indent="0" algn="l" rtl="0">
              <a:spcBef>
                <a:spcPts val="0"/>
              </a:spcBef>
              <a:spcAft>
                <a:spcPts val="0"/>
              </a:spcAft>
              <a:buNone/>
            </a:pPr>
            <a:endParaRPr dirty="0">
              <a:latin typeface="+mn-lt"/>
            </a:endParaRPr>
          </a:p>
        </p:txBody>
      </p:sp>
    </p:spTree>
    <p:extLst>
      <p:ext uri="{BB962C8B-B14F-4D97-AF65-F5344CB8AC3E}">
        <p14:creationId xmlns:p14="http://schemas.microsoft.com/office/powerpoint/2010/main" val="1320912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1b706bd00b_2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1b706bd00b_2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Google ensures compliance with global regulations, including GDPR (General Data Protection Regulation) and CCPA (California Consumer Privacy Act). Google takes specific actions to protect user data and maintain transparency in accordance with these regulations.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GDPR Compliance:</a:t>
            </a:r>
            <a:r>
              <a:rPr lang="en-US" b="0" i="0" dirty="0">
                <a:solidFill>
                  <a:srgbClr val="0D0D0D"/>
                </a:solidFill>
                <a:effectLst/>
                <a:highlight>
                  <a:srgbClr val="FFFFFF"/>
                </a:highlight>
                <a:latin typeface="Söhne"/>
              </a:rPr>
              <a:t> Google implements various measures to comply with GDPR requirements. This includes conducting data protection impact assessments, enhancing user consent mechanisms, and ensuring data minimization and purpose limitation. These actions are aimed at safeguarding user data and upholding privacy standards mandated by GDPR.</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CCPA Adherence:</a:t>
            </a:r>
            <a:r>
              <a:rPr lang="en-US" b="0" i="0" dirty="0">
                <a:solidFill>
                  <a:srgbClr val="0D0D0D"/>
                </a:solidFill>
                <a:effectLst/>
                <a:highlight>
                  <a:srgbClr val="FFFFFF"/>
                </a:highlight>
                <a:latin typeface="Söhne"/>
              </a:rPr>
              <a:t> Google respects user rights under CCPA, providing mechanisms for users to access personal information, request data portability, and request deletion of data. This commitment reflects Google's dedication to meeting regulatory obligations and supporting user privacy rights.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International Data Transfers:</a:t>
            </a:r>
            <a:r>
              <a:rPr lang="en-US" b="0" i="0" dirty="0">
                <a:solidFill>
                  <a:srgbClr val="0D0D0D"/>
                </a:solidFill>
                <a:effectLst/>
                <a:highlight>
                  <a:srgbClr val="FFFFFF"/>
                </a:highlight>
                <a:latin typeface="Söhne"/>
              </a:rPr>
              <a:t> To comply with data protection laws during cross-border data transfers, Google utilizes standard contractual clauses and other legal frameworks. This ensures that user data remains protected and secure even when transferred across international borders.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Regular Audits and Certifications:</a:t>
            </a:r>
            <a:r>
              <a:rPr lang="en-US" b="0" i="0" dirty="0">
                <a:solidFill>
                  <a:srgbClr val="0D0D0D"/>
                </a:solidFill>
                <a:effectLst/>
                <a:highlight>
                  <a:srgbClr val="FFFFFF"/>
                </a:highlight>
                <a:latin typeface="Söhne"/>
              </a:rPr>
              <a:t> Google undergoes regular audits and holds certifications such as ISO/IEC 27001, which reinforce its commitment to international security standards. These audits and certifications demonstrate Google's proactive approach to data security and compliance with global regulations.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Public Transparency Reports:</a:t>
            </a:r>
            <a:r>
              <a:rPr lang="en-US" b="0" i="0" dirty="0">
                <a:solidFill>
                  <a:srgbClr val="0D0D0D"/>
                </a:solidFill>
                <a:effectLst/>
                <a:highlight>
                  <a:srgbClr val="FFFFFF"/>
                </a:highlight>
                <a:latin typeface="Söhne"/>
              </a:rPr>
              <a:t> Maintaining transparency is a key aspect of Google's compliance efforts. Google publishes transparency reports that detail the type and number of requests received from governments, aligning with GDPR and CCPA transparency requirements. These reports provide valuable insights into Google's data practices and interactions with government agencies.</a:t>
            </a:r>
          </a:p>
          <a:p>
            <a:pPr algn="l">
              <a:buFont typeface="Arial" panose="020B0604020202020204" pitchFamily="34" charset="0"/>
              <a:buChar char="•"/>
            </a:pPr>
            <a:endParaRPr dirty="0">
              <a:latin typeface="+mn-lt"/>
            </a:endParaRPr>
          </a:p>
        </p:txBody>
      </p:sp>
    </p:spTree>
    <p:extLst>
      <p:ext uri="{BB962C8B-B14F-4D97-AF65-F5344CB8AC3E}">
        <p14:creationId xmlns:p14="http://schemas.microsoft.com/office/powerpoint/2010/main" val="649330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1b706bd00b_2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1b706bd00b_2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D0D0D"/>
                </a:solidFill>
                <a:effectLst/>
                <a:highlight>
                  <a:srgbClr val="FFFFFF"/>
                </a:highlight>
                <a:latin typeface="Söhne"/>
              </a:rPr>
              <a:t>The clarity gaps observed in Google's privacy policy:</a:t>
            </a:r>
          </a:p>
          <a:p>
            <a:pPr marL="0" lvl="0" indent="0" algn="l" rtl="0">
              <a:spcBef>
                <a:spcPts val="0"/>
              </a:spcBef>
              <a:spcAft>
                <a:spcPts val="0"/>
              </a:spcAft>
              <a:buNone/>
            </a:pP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Specific Examples of Third-Party Sharing:</a:t>
            </a:r>
            <a:r>
              <a:rPr lang="en-US" b="0" i="0" dirty="0">
                <a:solidFill>
                  <a:srgbClr val="0D0D0D"/>
                </a:solidFill>
                <a:effectLst/>
                <a:highlight>
                  <a:srgbClr val="FFFFFF"/>
                </a:highlight>
                <a:latin typeface="Söhne"/>
              </a:rPr>
              <a:t> While Google's privacy policy outlines sharing information with third parties based on user consent and external processing in compliance with its Privacy Policy, more specific examples and categories are needed. For instance, details on service vendors and how third-party compliance is monitored would provide users with greater transparency and assurance regarding their data.</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Clear Data Retention Periods:</a:t>
            </a:r>
            <a:r>
              <a:rPr lang="en-US" b="0" i="0" dirty="0">
                <a:solidFill>
                  <a:srgbClr val="0D0D0D"/>
                </a:solidFill>
                <a:effectLst/>
                <a:highlight>
                  <a:srgbClr val="FFFFFF"/>
                </a:highlight>
                <a:latin typeface="Söhne"/>
              </a:rPr>
              <a:t> Google mentions that data retention periods vary based on data nature, usage, and user settings. Some data is retained until the user removes it, while other data is kept longer for business or legal purposes. However, the policy lacks clarity on the exact criteria for determining each retention period. More detailed explanations on retention times for different types of data would enhance transparency and enable users to make informed decisions about their data.</a:t>
            </a:r>
          </a:p>
          <a:p>
            <a:pPr marL="0" lvl="0" indent="0" algn="l" rtl="0">
              <a:spcBef>
                <a:spcPts val="0"/>
              </a:spcBef>
              <a:spcAft>
                <a:spcPts val="0"/>
              </a:spcAft>
              <a:buNone/>
            </a:pPr>
            <a:endParaRPr lang="en-US" dirty="0">
              <a:latin typeface="+mn-l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1b706bd00b_2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1b706bd00b_2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0D0D0D"/>
                </a:solidFill>
                <a:effectLst/>
                <a:highlight>
                  <a:srgbClr val="FFFFFF"/>
                </a:highlight>
                <a:latin typeface="Söhne"/>
              </a:rPr>
              <a:t>Cross Border data transfers:</a:t>
            </a:r>
            <a:r>
              <a:rPr lang="en-US" b="0" i="0" dirty="0">
                <a:solidFill>
                  <a:srgbClr val="0D0D0D"/>
                </a:solidFill>
                <a:effectLst/>
                <a:highlight>
                  <a:srgbClr val="FFFFFF"/>
                </a:highlight>
                <a:latin typeface="Söhne"/>
              </a:rPr>
              <a:t> Google's privacy policy mentions that user information may be processed on servers located around the world, with the same protections described in the policy applied wherever the information is processed. This indicates Google's commitment to maintaining privacy standards regardless of where data is processed.</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Critiques and Specific Safeguards:</a:t>
            </a:r>
            <a:r>
              <a:rPr lang="en-US" b="0" i="0" dirty="0">
                <a:solidFill>
                  <a:srgbClr val="0D0D0D"/>
                </a:solidFill>
                <a:effectLst/>
                <a:highlight>
                  <a:srgbClr val="FFFFFF"/>
                </a:highlight>
                <a:latin typeface="Söhne"/>
              </a:rPr>
              <a:t> However, critiques suggest that the privacy policy lacks detailed information on specific safeguards and protections applied during cross-border data transfers. For example, details on privacy shield frameworks or contractual clauses used to ensure data protection would provide users with greater transparency and assurance regarding their data when transferred internationally.</a:t>
            </a:r>
          </a:p>
          <a:p>
            <a:pPr marL="0" lvl="0" indent="0" algn="l" rtl="0">
              <a:spcBef>
                <a:spcPts val="0"/>
              </a:spcBef>
              <a:spcAft>
                <a:spcPts val="0"/>
              </a:spcAft>
              <a:buNone/>
            </a:pPr>
            <a:endParaRPr lang="en-US" dirty="0">
              <a:latin typeface="+mn-lt"/>
            </a:endParaRPr>
          </a:p>
        </p:txBody>
      </p:sp>
    </p:spTree>
    <p:extLst>
      <p:ext uri="{BB962C8B-B14F-4D97-AF65-F5344CB8AC3E}">
        <p14:creationId xmlns:p14="http://schemas.microsoft.com/office/powerpoint/2010/main" val="3519787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1b706bd00b_2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1b706bd00b_2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b="0" i="0" dirty="0">
                <a:solidFill>
                  <a:srgbClr val="0D0D0D"/>
                </a:solidFill>
                <a:effectLst/>
                <a:highlight>
                  <a:srgbClr val="FFFFFF"/>
                </a:highlight>
                <a:latin typeface="Söhne"/>
              </a:rPr>
              <a:t>Understanding how Google manages different types of data retention—from immediate deletion of personal information to long-term retention for legal and business purposes—is essential for users to make informed decisions about their data.</a:t>
            </a:r>
          </a:p>
          <a:p>
            <a:pPr algn="l"/>
            <a:endParaRPr lang="en-US" b="1"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Immediate Data Deletion:</a:t>
            </a:r>
            <a:r>
              <a:rPr lang="en-US" b="0" i="0" dirty="0">
                <a:solidFill>
                  <a:srgbClr val="0D0D0D"/>
                </a:solidFill>
                <a:effectLst/>
                <a:highlight>
                  <a:srgbClr val="FFFFFF"/>
                </a:highlight>
                <a:latin typeface="Söhne"/>
              </a:rPr>
              <a:t> </a:t>
            </a: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Google allows users to delete certain types of data, such as personal information, photos, documents, and activity information, at any time. This immediate deletion capability empowers users to manage their data and privacy preferences actively.</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Intermediate Data Anonymization:</a:t>
            </a:r>
            <a:r>
              <a:rPr lang="en-US" b="0" i="0" dirty="0">
                <a:solidFill>
                  <a:srgbClr val="0D0D0D"/>
                </a:solidFill>
                <a:effectLst/>
                <a:highlight>
                  <a:srgbClr val="FFFFFF"/>
                </a:highlight>
                <a:latin typeface="Söhne"/>
              </a:rPr>
              <a:t> </a:t>
            </a: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Certain data, such as advertising data in server logs, is automatically anonymized after a set period. This anonymization process helps protect user privacy while still allowing Google to use aggregated data for analytics and service improvement purposes.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Long-Term Data Retention:</a:t>
            </a:r>
            <a:r>
              <a:rPr lang="en-US" b="0" i="0" dirty="0">
                <a:solidFill>
                  <a:srgbClr val="0D0D0D"/>
                </a:solidFill>
                <a:effectLst/>
                <a:highlight>
                  <a:srgbClr val="FFFFFF"/>
                </a:highlight>
                <a:latin typeface="Söhne"/>
              </a:rPr>
              <a:t> </a:t>
            </a: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Some data is retained by Google until the user chooses to delete their Google Account, such as usage frequency data. Other data may be kept longer for legal and business purposes, such as security and fraud prevention. This ensures that Google can fulfill its obligations and responsibilities while protecting user interests.</a:t>
            </a:r>
          </a:p>
          <a:p>
            <a:pPr algn="l">
              <a:buFont typeface="Arial" panose="020B0604020202020204" pitchFamily="34" charset="0"/>
              <a:buChar char="•"/>
            </a:pPr>
            <a:endParaRPr dirty="0">
              <a:latin typeface="+mj-l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1b706bd00b_2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1b706bd00b_2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0" i="0" dirty="0">
                <a:solidFill>
                  <a:srgbClr val="0D0D0D"/>
                </a:solidFill>
                <a:effectLst/>
                <a:highlight>
                  <a:srgbClr val="FFFFFF"/>
                </a:highlight>
                <a:latin typeface="Söhne"/>
              </a:rPr>
              <a:t>The nuances in Google's privacy policy language, focusing on how specific terms and phrases impact user understanding and consent.</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1" i="0" dirty="0">
                <a:solidFill>
                  <a:srgbClr val="0D0D0D"/>
                </a:solidFill>
                <a:effectLst/>
                <a:highlight>
                  <a:srgbClr val="FFFFFF"/>
                </a:highlight>
                <a:latin typeface="Söhne"/>
              </a:rPr>
              <a:t>Extensive Use of "May":</a:t>
            </a:r>
            <a:r>
              <a:rPr lang="en-US" b="0" i="0" dirty="0">
                <a:solidFill>
                  <a:srgbClr val="0D0D0D"/>
                </a:solidFill>
                <a:effectLst/>
                <a:highlight>
                  <a:srgbClr val="FFFFFF"/>
                </a:highlight>
                <a:latin typeface="Söhne"/>
              </a:rPr>
              <a:t> Google's privacy policy often uses the term "may," allowing flexibility in operations. For example, stating that Google "may" use information to improve services provides leeway for various data processing activities without specifying explicit purposes.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Implied Consent through Service Usage:</a:t>
            </a:r>
            <a:r>
              <a:rPr lang="en-US" b="0" i="0" dirty="0">
                <a:solidFill>
                  <a:srgbClr val="0D0D0D"/>
                </a:solidFill>
                <a:effectLst/>
                <a:highlight>
                  <a:srgbClr val="FFFFFF"/>
                </a:highlight>
                <a:latin typeface="Söhne"/>
              </a:rPr>
              <a:t> The policy often implies user consent through service usage. Phrases like "By using our services, you agree to our use of data…" suggest consent without requiring explicit agreement, potentially influencing user consent practices.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Specific Data Collection, Vague Usage Purposes:</a:t>
            </a:r>
            <a:r>
              <a:rPr lang="en-US" b="0" i="0" dirty="0">
                <a:solidFill>
                  <a:srgbClr val="0D0D0D"/>
                </a:solidFill>
                <a:effectLst/>
                <a:highlight>
                  <a:srgbClr val="FFFFFF"/>
                </a:highlight>
                <a:latin typeface="Söhne"/>
              </a:rPr>
              <a:t> Google's privacy policy lists precise data types collected but generalizes usage purposes as "to improve user experience." This disparity between specific data collection and vague usage descriptions may lead to uncertainty about how data is actually utilized.</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Limited Influence of User Control Tools:</a:t>
            </a:r>
            <a:r>
              <a:rPr lang="en-US" b="0" i="0" dirty="0">
                <a:solidFill>
                  <a:srgbClr val="0D0D0D"/>
                </a:solidFill>
                <a:effectLst/>
                <a:highlight>
                  <a:srgbClr val="FFFFFF"/>
                </a:highlight>
                <a:latin typeface="Söhne"/>
              </a:rPr>
              <a:t> While Google highlights user control tools like Privacy Checkup, the actual influence of these tools may be limited. Promoting these tools without detailing the full scope of control could create a perception of greater user autonomy than what is practical.</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Privacy Framed as User Responsibility with Conditional Phrases:</a:t>
            </a:r>
            <a:r>
              <a:rPr lang="en-US" b="0" i="0" dirty="0">
                <a:solidFill>
                  <a:srgbClr val="0D0D0D"/>
                </a:solidFill>
                <a:effectLst/>
                <a:highlight>
                  <a:srgbClr val="FFFFFF"/>
                </a:highlight>
                <a:latin typeface="Söhne"/>
              </a:rPr>
              <a:t> The policy often frames privacy as a user responsibility with conditional phrases like "unless you opt-out" or "if you have agreed." This shifts the burden of privacy management onto users and introduces conditions that may impact user privacy choices.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Importance of Understanding Nuances:</a:t>
            </a:r>
            <a:r>
              <a:rPr lang="en-US" b="0" i="0" dirty="0">
                <a:solidFill>
                  <a:srgbClr val="0D0D0D"/>
                </a:solidFill>
                <a:effectLst/>
                <a:highlight>
                  <a:srgbClr val="FFFFFF"/>
                </a:highlight>
                <a:latin typeface="Söhne"/>
              </a:rPr>
              <a:t> Understanding these nuances in Google's privacy policy language is crucial for users to make informed decisions about their data privacy and consent. Clear communication and transparency are essential for building trust and empowering users to manage their privacy preferences effectively.</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1b706bd00b_2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1b706bd00b_2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r>
              <a:rPr lang="en-US" b="0" i="0" dirty="0">
                <a:solidFill>
                  <a:srgbClr val="0D0D0D"/>
                </a:solidFill>
                <a:effectLst/>
                <a:highlight>
                  <a:srgbClr val="FFFFFF"/>
                </a:highlight>
                <a:latin typeface="Söhne"/>
              </a:rPr>
              <a:t>Let's explore these key security practices in detail.</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Privacy and Data Control:</a:t>
            </a:r>
            <a:r>
              <a:rPr lang="en-US" b="0" i="0" dirty="0">
                <a:solidFill>
                  <a:srgbClr val="0D0D0D"/>
                </a:solidFill>
                <a:effectLst/>
                <a:highlight>
                  <a:srgbClr val="FFFFFF"/>
                </a:highlight>
                <a:latin typeface="Söhne"/>
              </a:rPr>
              <a:t> Google prioritizes user privacy and data control through tools like Privacy Checkup and settings within services like Photos and Drive. Users have the ability to manage saved activity, including YouTube history and search activities, allowing for personalized experiences while maintaining control over their data.</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Encryption in Transit:</a:t>
            </a:r>
            <a:r>
              <a:rPr lang="en-US" b="0" i="0" dirty="0">
                <a:solidFill>
                  <a:srgbClr val="0D0D0D"/>
                </a:solidFill>
                <a:effectLst/>
                <a:highlight>
                  <a:srgbClr val="FFFFFF"/>
                </a:highlight>
                <a:latin typeface="Söhne"/>
              </a:rPr>
              <a:t> To enhance data security, Google employs encryption during data transmission between devices and Google servers. This standard practice prevents unauthorized access and eavesdropping, bolstering data security and fostering user trust in Google's services.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Network and Application Security:</a:t>
            </a:r>
            <a:r>
              <a:rPr lang="en-US" b="0" i="0" dirty="0">
                <a:solidFill>
                  <a:srgbClr val="0D0D0D"/>
                </a:solidFill>
                <a:effectLst/>
                <a:highlight>
                  <a:srgbClr val="FFFFFF"/>
                </a:highlight>
                <a:latin typeface="Söhne"/>
              </a:rPr>
              <a:t> Google implements a comprehensive security strategy that includes automated threat detection systems and regular reviews of data practices. Strict access controls ensure that only authorized personnel can access personal information for processing, maintaining the confidentiality and integrity of user data within Google's infrastructure.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948925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1b706bd00b_20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1b706bd00b_20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10" name="Google Shape;10;p2"/>
          <p:cNvSpPr txBox="1">
            <a:spLocks noGrp="1"/>
          </p:cNvSpPr>
          <p:nvPr>
            <p:ph type="ctrTitle"/>
          </p:nvPr>
        </p:nvSpPr>
        <p:spPr>
          <a:xfrm>
            <a:off x="1142072" y="1590375"/>
            <a:ext cx="4066800" cy="16527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5500">
                <a:latin typeface="Be Vietnam Pro"/>
                <a:ea typeface="Be Vietnam Pro"/>
                <a:cs typeface="Be Vietnam Pro"/>
                <a:sym typeface="Be Vietnam Pro"/>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1638347" y="3331838"/>
            <a:ext cx="3074100" cy="623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14" name="Google Shape;14;p3"/>
          <p:cNvSpPr txBox="1">
            <a:spLocks noGrp="1"/>
          </p:cNvSpPr>
          <p:nvPr>
            <p:ph type="title"/>
          </p:nvPr>
        </p:nvSpPr>
        <p:spPr>
          <a:xfrm>
            <a:off x="720000" y="2414400"/>
            <a:ext cx="50676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842797" y="1601375"/>
            <a:ext cx="9009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720000" y="3167125"/>
            <a:ext cx="50676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19" name="Google Shape;19;p4"/>
          <p:cNvSpPr txBox="1">
            <a:spLocks noGrp="1"/>
          </p:cNvSpPr>
          <p:nvPr>
            <p:ph type="body" idx="1"/>
          </p:nvPr>
        </p:nvSpPr>
        <p:spPr>
          <a:xfrm>
            <a:off x="1905200" y="1824525"/>
            <a:ext cx="5333700" cy="2404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20" name="Google Shape;20;p4"/>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Clr>
                <a:srgbClr val="191919"/>
              </a:buClr>
              <a:buSzPts val="5200"/>
              <a:buNone/>
              <a:defRPr sz="28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23" name="Google Shape;23;p5"/>
          <p:cNvSpPr txBox="1">
            <a:spLocks noGrp="1"/>
          </p:cNvSpPr>
          <p:nvPr>
            <p:ph type="subTitle" idx="1"/>
          </p:nvPr>
        </p:nvSpPr>
        <p:spPr>
          <a:xfrm>
            <a:off x="1246375" y="1943100"/>
            <a:ext cx="2986800" cy="390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AutoNum type="arabicPeriod"/>
              <a:defRPr sz="1600" b="1">
                <a:solidFill>
                  <a:schemeClr val="lt2"/>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AutoNum type="arabicPeriod"/>
              <a:defRPr sz="2400" b="1">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AutoNum type="arabicPeriod"/>
              <a:defRPr sz="2400" b="1">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9pPr>
          </a:lstStyle>
          <a:p>
            <a:endParaRPr/>
          </a:p>
        </p:txBody>
      </p:sp>
      <p:sp>
        <p:nvSpPr>
          <p:cNvPr id="24" name="Google Shape;24;p5"/>
          <p:cNvSpPr txBox="1">
            <a:spLocks noGrp="1"/>
          </p:cNvSpPr>
          <p:nvPr>
            <p:ph type="subTitle" idx="2"/>
          </p:nvPr>
        </p:nvSpPr>
        <p:spPr>
          <a:xfrm>
            <a:off x="1246375" y="2332225"/>
            <a:ext cx="2986800" cy="1858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a:endParaRPr/>
          </a:p>
        </p:txBody>
      </p:sp>
      <p:sp>
        <p:nvSpPr>
          <p:cNvPr id="25" name="Google Shape;25;p5"/>
          <p:cNvSpPr txBox="1">
            <a:spLocks noGrp="1"/>
          </p:cNvSpPr>
          <p:nvPr>
            <p:ph type="subTitle" idx="3"/>
          </p:nvPr>
        </p:nvSpPr>
        <p:spPr>
          <a:xfrm>
            <a:off x="4910886" y="1943100"/>
            <a:ext cx="2986800" cy="390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AutoNum type="arabicPeriod"/>
              <a:defRPr sz="1600" b="1">
                <a:solidFill>
                  <a:schemeClr val="lt2"/>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AutoNum type="arabicPeriod"/>
              <a:defRPr sz="2400" b="1">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AutoNum type="arabicPeriod"/>
              <a:defRPr sz="2400" b="1">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AutoNum type="alphaLcPeriod"/>
              <a:defRPr sz="2400" b="1">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AutoNum type="romanLcPeriod"/>
              <a:defRPr sz="2400" b="1">
                <a:latin typeface="Be Vietnam Pro"/>
                <a:ea typeface="Be Vietnam Pro"/>
                <a:cs typeface="Be Vietnam Pro"/>
                <a:sym typeface="Be Vietnam Pro"/>
              </a:defRPr>
            </a:lvl9pPr>
          </a:lstStyle>
          <a:p>
            <a:endParaRPr/>
          </a:p>
        </p:txBody>
      </p:sp>
      <p:sp>
        <p:nvSpPr>
          <p:cNvPr id="26" name="Google Shape;26;p5"/>
          <p:cNvSpPr txBox="1">
            <a:spLocks noGrp="1"/>
          </p:cNvSpPr>
          <p:nvPr>
            <p:ph type="subTitle" idx="4"/>
          </p:nvPr>
        </p:nvSpPr>
        <p:spPr>
          <a:xfrm>
            <a:off x="4910886" y="2332252"/>
            <a:ext cx="2986800" cy="1858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1600"/>
              </a:spcBef>
              <a:spcAft>
                <a:spcPts val="0"/>
              </a:spcAft>
              <a:buSzPts val="1400"/>
              <a:buChar char="■"/>
              <a:defRPr/>
            </a:lvl3pPr>
            <a:lvl4pPr lvl="3" rtl="0">
              <a:lnSpc>
                <a:spcPct val="100000"/>
              </a:lnSpc>
              <a:spcBef>
                <a:spcPts val="1600"/>
              </a:spcBef>
              <a:spcAft>
                <a:spcPts val="0"/>
              </a:spcAft>
              <a:buSzPts val="1400"/>
              <a:buChar char="●"/>
              <a:defRPr/>
            </a:lvl4pPr>
            <a:lvl5pPr lvl="4" rtl="0">
              <a:lnSpc>
                <a:spcPct val="100000"/>
              </a:lnSpc>
              <a:spcBef>
                <a:spcPts val="1600"/>
              </a:spcBef>
              <a:spcAft>
                <a:spcPts val="0"/>
              </a:spcAft>
              <a:buSzPts val="1400"/>
              <a:buChar char="○"/>
              <a:defRPr/>
            </a:lvl5pPr>
            <a:lvl6pPr lvl="5" rtl="0">
              <a:lnSpc>
                <a:spcPct val="100000"/>
              </a:lnSpc>
              <a:spcBef>
                <a:spcPts val="1600"/>
              </a:spcBef>
              <a:spcAft>
                <a:spcPts val="0"/>
              </a:spcAft>
              <a:buSzPts val="1400"/>
              <a:buChar char="■"/>
              <a:defRPr/>
            </a:lvl6pPr>
            <a:lvl7pPr lvl="6" rtl="0">
              <a:lnSpc>
                <a:spcPct val="100000"/>
              </a:lnSpc>
              <a:spcBef>
                <a:spcPts val="1600"/>
              </a:spcBef>
              <a:spcAft>
                <a:spcPts val="0"/>
              </a:spcAft>
              <a:buSzPts val="1400"/>
              <a:buChar char="●"/>
              <a:defRPr/>
            </a:lvl7pPr>
            <a:lvl8pPr lvl="7" rtl="0">
              <a:lnSpc>
                <a:spcPct val="100000"/>
              </a:lnSpc>
              <a:spcBef>
                <a:spcPts val="1600"/>
              </a:spcBef>
              <a:spcAft>
                <a:spcPts val="0"/>
              </a:spcAft>
              <a:buSzPts val="1400"/>
              <a:buChar char="○"/>
              <a:defRPr/>
            </a:lvl8pPr>
            <a:lvl9pPr lvl="8" rtl="0">
              <a:lnSpc>
                <a:spcPct val="100000"/>
              </a:lnSpc>
              <a:spcBef>
                <a:spcPts val="1600"/>
              </a:spcBef>
              <a:spcAft>
                <a:spcPts val="1600"/>
              </a:spcAft>
              <a:buSzPts val="1400"/>
              <a:buChar char="■"/>
              <a:defRPr/>
            </a:lvl9pPr>
          </a:lstStyle>
          <a:p>
            <a:endParaRPr/>
          </a:p>
        </p:txBody>
      </p:sp>
      <p:sp>
        <p:nvSpPr>
          <p:cNvPr id="27" name="Google Shape;27;p5"/>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Clr>
                <a:srgbClr val="191919"/>
              </a:buClr>
              <a:buSzPts val="5200"/>
              <a:buNone/>
              <a:defRPr sz="28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32" name="Google Shape;32;p7"/>
          <p:cNvSpPr txBox="1">
            <a:spLocks noGrp="1"/>
          </p:cNvSpPr>
          <p:nvPr>
            <p:ph type="ctrTitle"/>
          </p:nvPr>
        </p:nvSpPr>
        <p:spPr>
          <a:xfrm>
            <a:off x="720975" y="1316325"/>
            <a:ext cx="3860100" cy="468300"/>
          </a:xfrm>
          <a:prstGeom prst="rect">
            <a:avLst/>
          </a:prstGeom>
        </p:spPr>
        <p:txBody>
          <a:bodyPr spcFirstLastPara="1" wrap="square" lIns="91425" tIns="91425" rIns="91425" bIns="91425" anchor="b" anchorCtr="0">
            <a:noAutofit/>
          </a:bodyPr>
          <a:lstStyle>
            <a:lvl1pPr lvl="0" algn="ctr" rtl="0">
              <a:lnSpc>
                <a:spcPct val="80000"/>
              </a:lnSpc>
              <a:spcBef>
                <a:spcPts val="0"/>
              </a:spcBef>
              <a:spcAft>
                <a:spcPts val="0"/>
              </a:spcAft>
              <a:buClr>
                <a:srgbClr val="191919"/>
              </a:buClr>
              <a:buSzPts val="5200"/>
              <a:buNone/>
              <a:defRPr sz="2800">
                <a:solidFill>
                  <a:schemeClr val="lt2"/>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33" name="Google Shape;33;p7"/>
          <p:cNvSpPr txBox="1">
            <a:spLocks noGrp="1"/>
          </p:cNvSpPr>
          <p:nvPr>
            <p:ph type="subTitle" idx="1"/>
          </p:nvPr>
        </p:nvSpPr>
        <p:spPr>
          <a:xfrm>
            <a:off x="720975" y="1728675"/>
            <a:ext cx="3860100" cy="248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Char char="●"/>
              <a:defRPr/>
            </a:lvl1pPr>
            <a:lvl2pPr lvl="1" rtl="0">
              <a:lnSpc>
                <a:spcPct val="100000"/>
              </a:lnSpc>
              <a:spcBef>
                <a:spcPts val="0"/>
              </a:spcBef>
              <a:spcAft>
                <a:spcPts val="0"/>
              </a:spcAft>
              <a:buSzPts val="1100"/>
              <a:buChar char="○"/>
              <a:defRPr/>
            </a:lvl2pPr>
            <a:lvl3pPr lvl="2" rtl="0">
              <a:lnSpc>
                <a:spcPct val="100000"/>
              </a:lnSpc>
              <a:spcBef>
                <a:spcPts val="1600"/>
              </a:spcBef>
              <a:spcAft>
                <a:spcPts val="0"/>
              </a:spcAft>
              <a:buSzPts val="1100"/>
              <a:buChar char="■"/>
              <a:defRPr/>
            </a:lvl3pPr>
            <a:lvl4pPr lvl="3" rtl="0">
              <a:lnSpc>
                <a:spcPct val="100000"/>
              </a:lnSpc>
              <a:spcBef>
                <a:spcPts val="1600"/>
              </a:spcBef>
              <a:spcAft>
                <a:spcPts val="0"/>
              </a:spcAft>
              <a:buSzPts val="1100"/>
              <a:buChar char="●"/>
              <a:defRPr/>
            </a:lvl4pPr>
            <a:lvl5pPr lvl="4" rtl="0">
              <a:lnSpc>
                <a:spcPct val="100000"/>
              </a:lnSpc>
              <a:spcBef>
                <a:spcPts val="1600"/>
              </a:spcBef>
              <a:spcAft>
                <a:spcPts val="0"/>
              </a:spcAft>
              <a:buSzPts val="1100"/>
              <a:buChar char="○"/>
              <a:defRPr/>
            </a:lvl5pPr>
            <a:lvl6pPr lvl="5" rtl="0">
              <a:lnSpc>
                <a:spcPct val="100000"/>
              </a:lnSpc>
              <a:spcBef>
                <a:spcPts val="1600"/>
              </a:spcBef>
              <a:spcAft>
                <a:spcPts val="0"/>
              </a:spcAft>
              <a:buSzPts val="1100"/>
              <a:buChar char="■"/>
              <a:defRPr/>
            </a:lvl6pPr>
            <a:lvl7pPr lvl="6" rtl="0">
              <a:lnSpc>
                <a:spcPct val="100000"/>
              </a:lnSpc>
              <a:spcBef>
                <a:spcPts val="1600"/>
              </a:spcBef>
              <a:spcAft>
                <a:spcPts val="0"/>
              </a:spcAft>
              <a:buSzPts val="1100"/>
              <a:buChar char="●"/>
              <a:defRPr/>
            </a:lvl7pPr>
            <a:lvl8pPr lvl="7" rtl="0">
              <a:lnSpc>
                <a:spcPct val="100000"/>
              </a:lnSpc>
              <a:spcBef>
                <a:spcPts val="1600"/>
              </a:spcBef>
              <a:spcAft>
                <a:spcPts val="0"/>
              </a:spcAft>
              <a:buSzPts val="1100"/>
              <a:buChar char="○"/>
              <a:defRPr/>
            </a:lvl8pPr>
            <a:lvl9pPr lvl="8" rtl="0">
              <a:lnSpc>
                <a:spcPct val="100000"/>
              </a:lnSpc>
              <a:spcBef>
                <a:spcPts val="1600"/>
              </a:spcBef>
              <a:spcAft>
                <a:spcPts val="1600"/>
              </a:spcAft>
              <a:buSzPts val="11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36" name="Google Shape;3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39" name="Google Shape;39;p9"/>
          <p:cNvSpPr txBox="1">
            <a:spLocks noGrp="1"/>
          </p:cNvSpPr>
          <p:nvPr>
            <p:ph type="title"/>
          </p:nvPr>
        </p:nvSpPr>
        <p:spPr>
          <a:xfrm>
            <a:off x="2135550" y="12653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0" name="Google Shape;40;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720000" y="3865100"/>
            <a:ext cx="7704000" cy="738900"/>
          </a:xfrm>
          <a:prstGeom prst="rect">
            <a:avLst/>
          </a:prstGeom>
          <a:solidFill>
            <a:schemeClr val="accent5"/>
          </a:solidFill>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p:nvPr/>
        </p:nvSpPr>
        <p:spPr>
          <a:xfrm>
            <a:off x="325200" y="325200"/>
            <a:ext cx="8493600" cy="4493100"/>
          </a:xfrm>
          <a:prstGeom prst="roundRect">
            <a:avLst>
              <a:gd name="adj" fmla="val 4260"/>
            </a:avLst>
          </a:prstGeom>
          <a:solidFill>
            <a:srgbClr val="F9F9F9"/>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45" name="Google Shape;45;p11"/>
          <p:cNvSpPr txBox="1">
            <a:spLocks noGrp="1"/>
          </p:cNvSpPr>
          <p:nvPr>
            <p:ph type="title" hasCustomPrompt="1"/>
          </p:nvPr>
        </p:nvSpPr>
        <p:spPr>
          <a:xfrm>
            <a:off x="1284000" y="1288250"/>
            <a:ext cx="6576000" cy="1970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6" name="Google Shape;46;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69"/>
        <p:cNvGrpSpPr/>
        <p:nvPr/>
      </p:nvGrpSpPr>
      <p:grpSpPr>
        <a:xfrm>
          <a:off x="0" y="0"/>
          <a:ext cx="0" cy="0"/>
          <a:chOff x="0" y="0"/>
          <a:chExt cx="0" cy="0"/>
        </a:xfrm>
      </p:grpSpPr>
      <p:sp>
        <p:nvSpPr>
          <p:cNvPr id="70" name="Google Shape;70;p15"/>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71" name="Google Shape;71;p15"/>
          <p:cNvSpPr txBox="1">
            <a:spLocks noGrp="1"/>
          </p:cNvSpPr>
          <p:nvPr>
            <p:ph type="body" idx="1"/>
          </p:nvPr>
        </p:nvSpPr>
        <p:spPr>
          <a:xfrm>
            <a:off x="713225" y="1552200"/>
            <a:ext cx="3860100" cy="3051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Font typeface="Arial"/>
              <a:buChar char="●"/>
              <a:defRPr/>
            </a:lvl1pPr>
            <a:lvl2pPr marL="914400" lvl="1" indent="-317500" rtl="0">
              <a:lnSpc>
                <a:spcPct val="100000"/>
              </a:lnSpc>
              <a:spcBef>
                <a:spcPts val="0"/>
              </a:spcBef>
              <a:spcAft>
                <a:spcPts val="0"/>
              </a:spcAft>
              <a:buSzPts val="1400"/>
              <a:buFont typeface="Arial"/>
              <a:buChar char="○"/>
              <a:defRPr/>
            </a:lvl2pPr>
            <a:lvl3pPr marL="1371600" lvl="2" indent="-317500" rtl="0">
              <a:lnSpc>
                <a:spcPct val="100000"/>
              </a:lnSpc>
              <a:spcBef>
                <a:spcPts val="0"/>
              </a:spcBef>
              <a:spcAft>
                <a:spcPts val="0"/>
              </a:spcAft>
              <a:buSzPts val="1400"/>
              <a:buFont typeface="Arial"/>
              <a:buChar char="■"/>
              <a:defRPr/>
            </a:lvl3pPr>
            <a:lvl4pPr marL="1828800" lvl="3" indent="-317500" rtl="0">
              <a:lnSpc>
                <a:spcPct val="100000"/>
              </a:lnSpc>
              <a:spcBef>
                <a:spcPts val="0"/>
              </a:spcBef>
              <a:spcAft>
                <a:spcPts val="0"/>
              </a:spcAft>
              <a:buSzPts val="1400"/>
              <a:buFont typeface="Arial"/>
              <a:buChar char="●"/>
              <a:defRPr/>
            </a:lvl4pPr>
            <a:lvl5pPr marL="2286000" lvl="4" indent="-317500" rtl="0">
              <a:lnSpc>
                <a:spcPct val="100000"/>
              </a:lnSpc>
              <a:spcBef>
                <a:spcPts val="0"/>
              </a:spcBef>
              <a:spcAft>
                <a:spcPts val="0"/>
              </a:spcAft>
              <a:buSzPts val="1400"/>
              <a:buFont typeface="Arial"/>
              <a:buChar char="○"/>
              <a:defRPr/>
            </a:lvl5pPr>
            <a:lvl6pPr marL="2743200" lvl="5" indent="-317500" rtl="0">
              <a:lnSpc>
                <a:spcPct val="100000"/>
              </a:lnSpc>
              <a:spcBef>
                <a:spcPts val="0"/>
              </a:spcBef>
              <a:spcAft>
                <a:spcPts val="0"/>
              </a:spcAft>
              <a:buSzPts val="1400"/>
              <a:buFont typeface="Arial"/>
              <a:buChar char="■"/>
              <a:defRPr/>
            </a:lvl6pPr>
            <a:lvl7pPr marL="3200400" lvl="6" indent="-317500" rtl="0">
              <a:lnSpc>
                <a:spcPct val="100000"/>
              </a:lnSpc>
              <a:spcBef>
                <a:spcPts val="0"/>
              </a:spcBef>
              <a:spcAft>
                <a:spcPts val="0"/>
              </a:spcAft>
              <a:buSzPts val="1400"/>
              <a:buFont typeface="Arial"/>
              <a:buChar char="●"/>
              <a:defRPr/>
            </a:lvl7pPr>
            <a:lvl8pPr marL="3657600" lvl="7" indent="-317500" rtl="0">
              <a:lnSpc>
                <a:spcPct val="100000"/>
              </a:lnSpc>
              <a:spcBef>
                <a:spcPts val="0"/>
              </a:spcBef>
              <a:spcAft>
                <a:spcPts val="0"/>
              </a:spcAft>
              <a:buSzPts val="1400"/>
              <a:buFont typeface="Arial"/>
              <a:buChar char="○"/>
              <a:defRPr/>
            </a:lvl8pPr>
            <a:lvl9pPr marL="4114800" lvl="8" indent="-317500" rtl="0">
              <a:lnSpc>
                <a:spcPct val="100000"/>
              </a:lnSpc>
              <a:spcBef>
                <a:spcPts val="0"/>
              </a:spcBef>
              <a:spcAft>
                <a:spcPts val="0"/>
              </a:spcAft>
              <a:buSzPts val="1400"/>
              <a:buFont typeface="Arial"/>
              <a:buChar char="■"/>
              <a:defRPr/>
            </a:lvl9pPr>
          </a:lstStyle>
          <a:p>
            <a:endParaRPr/>
          </a:p>
        </p:txBody>
      </p:sp>
      <p:sp>
        <p:nvSpPr>
          <p:cNvPr id="72" name="Google Shape;72;p15"/>
          <p:cNvSpPr txBox="1">
            <a:spLocks noGrp="1"/>
          </p:cNvSpPr>
          <p:nvPr>
            <p:ph type="ctrTitle"/>
          </p:nvPr>
        </p:nvSpPr>
        <p:spPr>
          <a:xfrm>
            <a:off x="713225" y="1029425"/>
            <a:ext cx="3860100" cy="468300"/>
          </a:xfrm>
          <a:prstGeom prst="rect">
            <a:avLst/>
          </a:prstGeom>
        </p:spPr>
        <p:txBody>
          <a:bodyPr spcFirstLastPara="1" wrap="square" lIns="91425" tIns="91425" rIns="91425" bIns="91425" anchor="b" anchorCtr="0">
            <a:noAutofit/>
          </a:bodyPr>
          <a:lstStyle>
            <a:lvl1pPr lvl="0" algn="ctr" rtl="0">
              <a:lnSpc>
                <a:spcPct val="80000"/>
              </a:lnSpc>
              <a:spcBef>
                <a:spcPts val="0"/>
              </a:spcBef>
              <a:spcAft>
                <a:spcPts val="0"/>
              </a:spcAft>
              <a:buClr>
                <a:srgbClr val="191919"/>
              </a:buClr>
              <a:buSzPts val="5200"/>
              <a:buNone/>
              <a:defRPr sz="28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73"/>
        <p:cNvGrpSpPr/>
        <p:nvPr/>
      </p:nvGrpSpPr>
      <p:grpSpPr>
        <a:xfrm>
          <a:off x="0" y="0"/>
          <a:ext cx="0" cy="0"/>
          <a:chOff x="0" y="0"/>
          <a:chExt cx="0" cy="0"/>
        </a:xfrm>
      </p:grpSpPr>
      <p:sp>
        <p:nvSpPr>
          <p:cNvPr id="74" name="Google Shape;74;p16"/>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
        <p:nvSpPr>
          <p:cNvPr id="75" name="Google Shape;75;p16"/>
          <p:cNvSpPr txBox="1">
            <a:spLocks noGrp="1"/>
          </p:cNvSpPr>
          <p:nvPr>
            <p:ph type="body" idx="1"/>
          </p:nvPr>
        </p:nvSpPr>
        <p:spPr>
          <a:xfrm>
            <a:off x="4572000" y="1552200"/>
            <a:ext cx="3860100" cy="3051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Font typeface="Arial"/>
              <a:buChar char="●"/>
              <a:defRPr/>
            </a:lvl1pPr>
            <a:lvl2pPr marL="914400" lvl="1" indent="-317500" rtl="0">
              <a:lnSpc>
                <a:spcPct val="100000"/>
              </a:lnSpc>
              <a:spcBef>
                <a:spcPts val="0"/>
              </a:spcBef>
              <a:spcAft>
                <a:spcPts val="0"/>
              </a:spcAft>
              <a:buSzPts val="1400"/>
              <a:buFont typeface="Arial"/>
              <a:buChar char="○"/>
              <a:defRPr/>
            </a:lvl2pPr>
            <a:lvl3pPr marL="1371600" lvl="2" indent="-317500" rtl="0">
              <a:lnSpc>
                <a:spcPct val="100000"/>
              </a:lnSpc>
              <a:spcBef>
                <a:spcPts val="0"/>
              </a:spcBef>
              <a:spcAft>
                <a:spcPts val="0"/>
              </a:spcAft>
              <a:buSzPts val="1400"/>
              <a:buFont typeface="Arial"/>
              <a:buChar char="■"/>
              <a:defRPr/>
            </a:lvl3pPr>
            <a:lvl4pPr marL="1828800" lvl="3" indent="-317500" rtl="0">
              <a:lnSpc>
                <a:spcPct val="100000"/>
              </a:lnSpc>
              <a:spcBef>
                <a:spcPts val="0"/>
              </a:spcBef>
              <a:spcAft>
                <a:spcPts val="0"/>
              </a:spcAft>
              <a:buSzPts val="1400"/>
              <a:buFont typeface="Arial"/>
              <a:buChar char="●"/>
              <a:defRPr/>
            </a:lvl4pPr>
            <a:lvl5pPr marL="2286000" lvl="4" indent="-317500" rtl="0">
              <a:lnSpc>
                <a:spcPct val="100000"/>
              </a:lnSpc>
              <a:spcBef>
                <a:spcPts val="0"/>
              </a:spcBef>
              <a:spcAft>
                <a:spcPts val="0"/>
              </a:spcAft>
              <a:buSzPts val="1400"/>
              <a:buFont typeface="Arial"/>
              <a:buChar char="○"/>
              <a:defRPr/>
            </a:lvl5pPr>
            <a:lvl6pPr marL="2743200" lvl="5" indent="-317500" rtl="0">
              <a:lnSpc>
                <a:spcPct val="100000"/>
              </a:lnSpc>
              <a:spcBef>
                <a:spcPts val="0"/>
              </a:spcBef>
              <a:spcAft>
                <a:spcPts val="0"/>
              </a:spcAft>
              <a:buSzPts val="1400"/>
              <a:buFont typeface="Arial"/>
              <a:buChar char="■"/>
              <a:defRPr/>
            </a:lvl6pPr>
            <a:lvl7pPr marL="3200400" lvl="6" indent="-317500" rtl="0">
              <a:lnSpc>
                <a:spcPct val="100000"/>
              </a:lnSpc>
              <a:spcBef>
                <a:spcPts val="0"/>
              </a:spcBef>
              <a:spcAft>
                <a:spcPts val="0"/>
              </a:spcAft>
              <a:buSzPts val="1400"/>
              <a:buFont typeface="Arial"/>
              <a:buChar char="●"/>
              <a:defRPr/>
            </a:lvl7pPr>
            <a:lvl8pPr marL="3657600" lvl="7" indent="-317500" rtl="0">
              <a:lnSpc>
                <a:spcPct val="100000"/>
              </a:lnSpc>
              <a:spcBef>
                <a:spcPts val="0"/>
              </a:spcBef>
              <a:spcAft>
                <a:spcPts val="0"/>
              </a:spcAft>
              <a:buSzPts val="1400"/>
              <a:buFont typeface="Arial"/>
              <a:buChar char="○"/>
              <a:defRPr/>
            </a:lvl8pPr>
            <a:lvl9pPr marL="4114800" lvl="8" indent="-317500" rtl="0">
              <a:lnSpc>
                <a:spcPct val="100000"/>
              </a:lnSpc>
              <a:spcBef>
                <a:spcPts val="0"/>
              </a:spcBef>
              <a:spcAft>
                <a:spcPts val="0"/>
              </a:spcAft>
              <a:buSzPts val="1400"/>
              <a:buFont typeface="Arial"/>
              <a:buChar char="■"/>
              <a:defRPr/>
            </a:lvl9pPr>
          </a:lstStyle>
          <a:p>
            <a:endParaRPr/>
          </a:p>
        </p:txBody>
      </p:sp>
      <p:sp>
        <p:nvSpPr>
          <p:cNvPr id="76" name="Google Shape;76;p16"/>
          <p:cNvSpPr txBox="1">
            <a:spLocks noGrp="1"/>
          </p:cNvSpPr>
          <p:nvPr>
            <p:ph type="ctrTitle"/>
          </p:nvPr>
        </p:nvSpPr>
        <p:spPr>
          <a:xfrm>
            <a:off x="4572000" y="1029425"/>
            <a:ext cx="3860100" cy="468300"/>
          </a:xfrm>
          <a:prstGeom prst="rect">
            <a:avLst/>
          </a:prstGeom>
        </p:spPr>
        <p:txBody>
          <a:bodyPr spcFirstLastPara="1" wrap="square" lIns="91425" tIns="91425" rIns="91425" bIns="91425" anchor="b" anchorCtr="0">
            <a:noAutofit/>
          </a:bodyPr>
          <a:lstStyle>
            <a:lvl1pPr lvl="0" algn="ctr" rtl="0">
              <a:lnSpc>
                <a:spcPct val="80000"/>
              </a:lnSpc>
              <a:spcBef>
                <a:spcPts val="0"/>
              </a:spcBef>
              <a:spcAft>
                <a:spcPts val="0"/>
              </a:spcAft>
              <a:buClr>
                <a:srgbClr val="191919"/>
              </a:buClr>
              <a:buSzPts val="5200"/>
              <a:buNone/>
              <a:defRPr sz="28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3"/>
        <p:cNvGrpSpPr/>
        <p:nvPr/>
      </p:nvGrpSpPr>
      <p:grpSpPr>
        <a:xfrm>
          <a:off x="0" y="0"/>
          <a:ext cx="0" cy="0"/>
          <a:chOff x="0" y="0"/>
          <a:chExt cx="0" cy="0"/>
        </a:xfrm>
      </p:grpSpPr>
      <p:sp>
        <p:nvSpPr>
          <p:cNvPr id="104" name="Google Shape;104;p21"/>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accent2"/>
        </a:solidFill>
        <a:effectLst/>
      </p:bgPr>
    </p:bg>
    <p:spTree>
      <p:nvGrpSpPr>
        <p:cNvPr id="1" name="Shape 105"/>
        <p:cNvGrpSpPr/>
        <p:nvPr/>
      </p:nvGrpSpPr>
      <p:grpSpPr>
        <a:xfrm>
          <a:off x="0" y="0"/>
          <a:ext cx="0" cy="0"/>
          <a:chOff x="0" y="0"/>
          <a:chExt cx="0" cy="0"/>
        </a:xfrm>
      </p:grpSpPr>
      <p:sp>
        <p:nvSpPr>
          <p:cNvPr id="106" name="Google Shape;106;p22"/>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9_1_1">
    <p:bg>
      <p:bgPr>
        <a:solidFill>
          <a:schemeClr val="accent1"/>
        </a:solidFill>
        <a:effectLst/>
      </p:bgPr>
    </p:bg>
    <p:spTree>
      <p:nvGrpSpPr>
        <p:cNvPr id="1" name="Shape 107"/>
        <p:cNvGrpSpPr/>
        <p:nvPr/>
      </p:nvGrpSpPr>
      <p:grpSpPr>
        <a:xfrm>
          <a:off x="0" y="0"/>
          <a:ext cx="0" cy="0"/>
          <a:chOff x="0" y="0"/>
          <a:chExt cx="0" cy="0"/>
        </a:xfrm>
      </p:grpSpPr>
      <p:sp>
        <p:nvSpPr>
          <p:cNvPr id="108" name="Google Shape;108;p23"/>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CUSTOM_9_1_2">
    <p:bg>
      <p:bgPr>
        <a:solidFill>
          <a:schemeClr val="accent3"/>
        </a:solidFill>
        <a:effectLst/>
      </p:bgPr>
    </p:bg>
    <p:spTree>
      <p:nvGrpSpPr>
        <p:cNvPr id="1" name="Shape 109"/>
        <p:cNvGrpSpPr/>
        <p:nvPr/>
      </p:nvGrpSpPr>
      <p:grpSpPr>
        <a:xfrm>
          <a:off x="0" y="0"/>
          <a:ext cx="0" cy="0"/>
          <a:chOff x="0" y="0"/>
          <a:chExt cx="0" cy="0"/>
        </a:xfrm>
      </p:grpSpPr>
      <p:sp>
        <p:nvSpPr>
          <p:cNvPr id="110" name="Google Shape;110;p24"/>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4">
  <p:cSld name="CUSTOM_9_1_3">
    <p:bg>
      <p:bgPr>
        <a:solidFill>
          <a:schemeClr val="accent4"/>
        </a:solidFill>
        <a:effectLst/>
      </p:bgPr>
    </p:bg>
    <p:spTree>
      <p:nvGrpSpPr>
        <p:cNvPr id="1" name="Shape 111"/>
        <p:cNvGrpSpPr/>
        <p:nvPr/>
      </p:nvGrpSpPr>
      <p:grpSpPr>
        <a:xfrm>
          <a:off x="0" y="0"/>
          <a:ext cx="0" cy="0"/>
          <a:chOff x="0" y="0"/>
          <a:chExt cx="0" cy="0"/>
        </a:xfrm>
      </p:grpSpPr>
      <p:sp>
        <p:nvSpPr>
          <p:cNvPr id="112" name="Google Shape;112;p25"/>
          <p:cNvSpPr/>
          <p:nvPr/>
        </p:nvSpPr>
        <p:spPr>
          <a:xfrm>
            <a:off x="325200" y="325200"/>
            <a:ext cx="8493600" cy="4493100"/>
          </a:xfrm>
          <a:prstGeom prst="roundRect">
            <a:avLst>
              <a:gd name="adj" fmla="val 4260"/>
            </a:avLst>
          </a:prstGeom>
          <a:solidFill>
            <a:schemeClr val="accent5"/>
          </a:solidFill>
          <a:ln>
            <a:noFill/>
          </a:ln>
          <a:effectLst>
            <a:outerShdw blurRad="57150" dist="76200" dir="20520000" algn="bl" rotWithShape="0">
              <a:schemeClr val="dk1">
                <a:alpha val="3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cLaren"/>
              <a:ea typeface="McLaren"/>
              <a:cs typeface="McLaren"/>
              <a:sym typeface="McLare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1pPr>
            <a:lvl2pPr lvl="1"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2pPr>
            <a:lvl3pPr lvl="2"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3pPr>
            <a:lvl4pPr lvl="3"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4pPr>
            <a:lvl5pPr lvl="4"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5pPr>
            <a:lvl6pPr lvl="5"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6pPr>
            <a:lvl7pPr lvl="6"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7pPr>
            <a:lvl8pPr lvl="7"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8pPr>
            <a:lvl9pPr lvl="8"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1pPr>
            <a:lvl2pPr marL="914400" lvl="1"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2pPr>
            <a:lvl3pPr marL="1371600" lvl="2"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3pPr>
            <a:lvl4pPr marL="1828800" lvl="3"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4pPr>
            <a:lvl5pPr marL="2286000" lvl="4"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5pPr>
            <a:lvl6pPr marL="2743200" lvl="5"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6pPr>
            <a:lvl7pPr marL="3200400" lvl="6"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7pPr>
            <a:lvl8pPr marL="3657600" lvl="7" indent="-317500">
              <a:lnSpc>
                <a:spcPct val="100000"/>
              </a:lnSpc>
              <a:spcBef>
                <a:spcPts val="1600"/>
              </a:spcBef>
              <a:spcAft>
                <a:spcPts val="0"/>
              </a:spcAft>
              <a:buClr>
                <a:schemeClr val="dk1"/>
              </a:buClr>
              <a:buSzPts val="1400"/>
              <a:buFont typeface="Manrope Medium"/>
              <a:buChar char="○"/>
              <a:defRPr>
                <a:solidFill>
                  <a:schemeClr val="dk1"/>
                </a:solidFill>
                <a:latin typeface="Manrope Medium"/>
                <a:ea typeface="Manrope Medium"/>
                <a:cs typeface="Manrope Medium"/>
                <a:sym typeface="Manrope Medium"/>
              </a:defRPr>
            </a:lvl8pPr>
            <a:lvl9pPr marL="4114800" lvl="8" indent="-317500">
              <a:lnSpc>
                <a:spcPct val="100000"/>
              </a:lnSpc>
              <a:spcBef>
                <a:spcPts val="1600"/>
              </a:spcBef>
              <a:spcAft>
                <a:spcPts val="1600"/>
              </a:spcAft>
              <a:buClr>
                <a:schemeClr val="dk1"/>
              </a:buClr>
              <a:buSzPts val="1400"/>
              <a:buFont typeface="Manrope Medium"/>
              <a:buChar char="■"/>
              <a:defRPr>
                <a:solidFill>
                  <a:schemeClr val="dk1"/>
                </a:solidFill>
                <a:latin typeface="Manrope Medium"/>
                <a:ea typeface="Manrope Medium"/>
                <a:cs typeface="Manrope Medium"/>
                <a:sym typeface="Manrope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1" r:id="rId11"/>
    <p:sldLayoutId id="2147483662" r:id="rId12"/>
    <p:sldLayoutId id="2147483667" r:id="rId13"/>
    <p:sldLayoutId id="2147483668" r:id="rId14"/>
    <p:sldLayoutId id="2147483669" r:id="rId15"/>
    <p:sldLayoutId id="2147483670" r:id="rId16"/>
    <p:sldLayoutId id="2147483671"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1.png"/><Relationship Id="rId3" Type="http://schemas.openxmlformats.org/officeDocument/2006/relationships/slideLayout" Target="../slideLayouts/slideLayout1.xml"/><Relationship Id="rId7" Type="http://schemas.openxmlformats.org/officeDocument/2006/relationships/slide" Target="slide6.xml"/><Relationship Id="rId12" Type="http://schemas.openxmlformats.org/officeDocument/2006/relationships/slide" Target="slide20.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slide" Target="slide2.xml"/><Relationship Id="rId11" Type="http://schemas.openxmlformats.org/officeDocument/2006/relationships/slide" Target="slide19.xml"/><Relationship Id="rId5" Type="http://schemas.openxmlformats.org/officeDocument/2006/relationships/slide" Target="slide22.xml"/><Relationship Id="rId10" Type="http://schemas.openxmlformats.org/officeDocument/2006/relationships/slide" Target="slide14.xml"/><Relationship Id="rId4" Type="http://schemas.openxmlformats.org/officeDocument/2006/relationships/notesSlide" Target="../notesSlides/notesSlide1.xml"/><Relationship Id="rId9" Type="http://schemas.openxmlformats.org/officeDocument/2006/relationships/slide" Target="slide17.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22.xml"/><Relationship Id="rId7"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17.xml"/><Relationship Id="rId5" Type="http://schemas.openxmlformats.org/officeDocument/2006/relationships/slide" Target="slide13.xml"/><Relationship Id="rId10" Type="http://schemas.openxmlformats.org/officeDocument/2006/relationships/image" Target="../media/image2.png"/><Relationship Id="rId4" Type="http://schemas.openxmlformats.org/officeDocument/2006/relationships/slide" Target="slide6.xml"/><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diagramColors" Target="../diagrams/colors1.xml"/><Relationship Id="rId3" Type="http://schemas.openxmlformats.org/officeDocument/2006/relationships/slide" Target="slide22.xml"/><Relationship Id="rId7" Type="http://schemas.openxmlformats.org/officeDocument/2006/relationships/slide" Target="slide14.xml"/><Relationship Id="rId12"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slide" Target="slide17.xml"/><Relationship Id="rId11" Type="http://schemas.openxmlformats.org/officeDocument/2006/relationships/diagramLayout" Target="../diagrams/layout1.xml"/><Relationship Id="rId5" Type="http://schemas.openxmlformats.org/officeDocument/2006/relationships/slide" Target="slide13.xml"/><Relationship Id="rId10" Type="http://schemas.openxmlformats.org/officeDocument/2006/relationships/diagramData" Target="../diagrams/data1.xml"/><Relationship Id="rId4" Type="http://schemas.openxmlformats.org/officeDocument/2006/relationships/slide" Target="slide6.xml"/><Relationship Id="rId9" Type="http://schemas.openxmlformats.org/officeDocument/2006/relationships/slide" Target="slide20.xml"/><Relationship Id="rId14"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diagramColors" Target="../diagrams/colors2.xml"/><Relationship Id="rId3" Type="http://schemas.openxmlformats.org/officeDocument/2006/relationships/slide" Target="slide22.xml"/><Relationship Id="rId7" Type="http://schemas.openxmlformats.org/officeDocument/2006/relationships/slide" Target="slide14.xml"/><Relationship Id="rId12"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17.xml"/><Relationship Id="rId11" Type="http://schemas.openxmlformats.org/officeDocument/2006/relationships/diagramLayout" Target="../diagrams/layout2.xml"/><Relationship Id="rId5" Type="http://schemas.openxmlformats.org/officeDocument/2006/relationships/slide" Target="slide13.xml"/><Relationship Id="rId10" Type="http://schemas.openxmlformats.org/officeDocument/2006/relationships/diagramData" Target="../diagrams/data2.xml"/><Relationship Id="rId4" Type="http://schemas.openxmlformats.org/officeDocument/2006/relationships/slide" Target="slide6.xml"/><Relationship Id="rId9" Type="http://schemas.openxmlformats.org/officeDocument/2006/relationships/slide" Target="slide20.xml"/><Relationship Id="rId14"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diagramColors" Target="../diagrams/colors3.xml"/><Relationship Id="rId3" Type="http://schemas.openxmlformats.org/officeDocument/2006/relationships/slide" Target="slide22.xml"/><Relationship Id="rId7" Type="http://schemas.openxmlformats.org/officeDocument/2006/relationships/slide" Target="slide14.xml"/><Relationship Id="rId12"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slide" Target="slide17.xml"/><Relationship Id="rId11" Type="http://schemas.openxmlformats.org/officeDocument/2006/relationships/diagramLayout" Target="../diagrams/layout3.xml"/><Relationship Id="rId5" Type="http://schemas.openxmlformats.org/officeDocument/2006/relationships/slide" Target="slide13.xml"/><Relationship Id="rId10" Type="http://schemas.openxmlformats.org/officeDocument/2006/relationships/diagramData" Target="../diagrams/data3.xml"/><Relationship Id="rId4" Type="http://schemas.openxmlformats.org/officeDocument/2006/relationships/slide" Target="slide6.xml"/><Relationship Id="rId9" Type="http://schemas.openxmlformats.org/officeDocument/2006/relationships/slide" Target="slide20.xml"/><Relationship Id="rId14" Type="http://schemas.microsoft.com/office/2007/relationships/diagramDrawing" Target="../diagrams/drawing3.xml"/></Relationships>
</file>

<file path=ppt/slides/_rels/slide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7.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8.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diagramQuickStyle" Target="../diagrams/quickStyle4.xml"/><Relationship Id="rId3" Type="http://schemas.openxmlformats.org/officeDocument/2006/relationships/slide" Target="slide22.xml"/><Relationship Id="rId7" Type="http://schemas.openxmlformats.org/officeDocument/2006/relationships/slide" Target="slide17.xml"/><Relationship Id="rId12" Type="http://schemas.openxmlformats.org/officeDocument/2006/relationships/diagramLayout" Target="../diagrams/layout4.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slide" Target="slide13.xml"/><Relationship Id="rId11" Type="http://schemas.openxmlformats.org/officeDocument/2006/relationships/diagramData" Target="../diagrams/data4.xml"/><Relationship Id="rId5" Type="http://schemas.openxmlformats.org/officeDocument/2006/relationships/slide" Target="slide6.xml"/><Relationship Id="rId15" Type="http://schemas.microsoft.com/office/2007/relationships/diagramDrawing" Target="../diagrams/drawing4.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 Id="rId14" Type="http://schemas.openxmlformats.org/officeDocument/2006/relationships/diagramColors" Target="../diagrams/colors4.xml"/></Relationships>
</file>

<file path=ppt/slides/_rels/slide9.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diagramQuickStyle" Target="../diagrams/quickStyle5.xml"/><Relationship Id="rId3" Type="http://schemas.openxmlformats.org/officeDocument/2006/relationships/slide" Target="slide22.xml"/><Relationship Id="rId7" Type="http://schemas.openxmlformats.org/officeDocument/2006/relationships/slide" Target="slide17.xml"/><Relationship Id="rId12" Type="http://schemas.openxmlformats.org/officeDocument/2006/relationships/diagramLayout" Target="../diagrams/layout5.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slide" Target="slide13.xml"/><Relationship Id="rId11" Type="http://schemas.openxmlformats.org/officeDocument/2006/relationships/diagramData" Target="../diagrams/data5.xml"/><Relationship Id="rId5" Type="http://schemas.openxmlformats.org/officeDocument/2006/relationships/slide" Target="slide6.xml"/><Relationship Id="rId15" Type="http://schemas.microsoft.com/office/2007/relationships/diagramDrawing" Target="../diagrams/drawing5.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 Id="rId14" Type="http://schemas.openxmlformats.org/officeDocument/2006/relationships/diagramColors" Target="../diagrams/colors5.xml"/></Relationships>
</file>

<file path=ppt/slides/_rels/slide10.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1.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3.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4.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5.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7.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8.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19.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20.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21.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_rels/slide2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 Target="slide22.xml"/><Relationship Id="rId7" Type="http://schemas.openxmlformats.org/officeDocument/2006/relationships/slide" Target="slide17.xml"/><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20.xml"/><Relationship Id="rId4" Type="http://schemas.openxmlformats.org/officeDocument/2006/relationships/slide" Target="slide2.xml"/><Relationship Id="rId9" Type="http://schemas.openxmlformats.org/officeDocument/2006/relationships/slide" Target="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9">
            <a:hlinkClick r:id="rId5" action="ppaction://hlinksldjump"/>
          </p:cNvPr>
          <p:cNvSpPr/>
          <p:nvPr/>
        </p:nvSpPr>
        <p:spPr>
          <a:xfrm>
            <a:off x="7732059" y="325200"/>
            <a:ext cx="1086591"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124" name="Google Shape;124;p29">
            <a:hlinkClick r:id="rId6"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Intro</a:t>
            </a:r>
            <a:endParaRPr sz="1200" dirty="0">
              <a:solidFill>
                <a:schemeClr val="lt1"/>
              </a:solidFill>
              <a:latin typeface="Be Vietnam Pro"/>
              <a:ea typeface="Be Vietnam Pro"/>
              <a:cs typeface="Be Vietnam Pro"/>
              <a:sym typeface="Be Vietnam Pro"/>
            </a:endParaRPr>
          </a:p>
        </p:txBody>
      </p:sp>
      <p:sp>
        <p:nvSpPr>
          <p:cNvPr id="125" name="Google Shape;125;p29">
            <a:hlinkClick r:id="rId7"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126" name="Google Shape;126;p29">
            <a:hlinkClick r:id="rId8"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127" name="Google Shape;127;p29">
            <a:hlinkClick r:id="rId9"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128" name="Google Shape;128;p29">
            <a:hlinkClick r:id="rId10"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129" name="Google Shape;129;p29">
            <a:hlinkClick r:id="rId11"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130" name="Google Shape;130;p29">
            <a:hlinkClick r:id="rId12"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150" name="Google Shape;150;p29"/>
          <p:cNvGrpSpPr/>
          <p:nvPr/>
        </p:nvGrpSpPr>
        <p:grpSpPr>
          <a:xfrm>
            <a:off x="494850" y="447775"/>
            <a:ext cx="591732" cy="139500"/>
            <a:chOff x="494850" y="447775"/>
            <a:chExt cx="591732" cy="139500"/>
          </a:xfrm>
        </p:grpSpPr>
        <p:sp>
          <p:nvSpPr>
            <p:cNvPr id="151" name="Google Shape;151;p29"/>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52" name="Google Shape;152;p29"/>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9"/>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4" name="Google Shape;154;p29"/>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pic>
        <p:nvPicPr>
          <p:cNvPr id="6" name="Google Logo Animation">
            <a:hlinkClick r:id="" action="ppaction://media"/>
            <a:extLst>
              <a:ext uri="{FF2B5EF4-FFF2-40B4-BE49-F238E27FC236}">
                <a16:creationId xmlns:a16="http://schemas.microsoft.com/office/drawing/2014/main" id="{5BB73D79-DDDE-7894-6DE8-6D25D8D5D7A8}"/>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13"/>
          <a:srcRect t="20635"/>
          <a:stretch/>
        </p:blipFill>
        <p:spPr>
          <a:xfrm>
            <a:off x="325050" y="849010"/>
            <a:ext cx="8493600" cy="3969289"/>
          </a:xfrm>
          <a:prstGeom prst="rect">
            <a:avLst/>
          </a:prstGeom>
        </p:spPr>
      </p:pic>
      <p:sp>
        <p:nvSpPr>
          <p:cNvPr id="2" name="TextBox 1">
            <a:extLst>
              <a:ext uri="{FF2B5EF4-FFF2-40B4-BE49-F238E27FC236}">
                <a16:creationId xmlns:a16="http://schemas.microsoft.com/office/drawing/2014/main" id="{72384D21-1DBA-2BCA-52C1-A3C3091D9C8D}"/>
              </a:ext>
            </a:extLst>
          </p:cNvPr>
          <p:cNvSpPr txBox="1"/>
          <p:nvPr/>
        </p:nvSpPr>
        <p:spPr>
          <a:xfrm>
            <a:off x="7033201" y="4294490"/>
            <a:ext cx="2019366"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US" sz="800" b="1" i="1" dirty="0">
                <a:ln/>
                <a:solidFill>
                  <a:schemeClr val="accent4"/>
                </a:solidFill>
                <a:latin typeface="Arial Black" panose="020B0A04020102020204" pitchFamily="34" charset="0"/>
                <a:cs typeface="Kalinga" panose="020B0502040204020203" pitchFamily="34" charset="0"/>
              </a:rPr>
              <a:t>PROJECT BY:</a:t>
            </a:r>
          </a:p>
          <a:p>
            <a:pPr algn="ctr"/>
            <a:r>
              <a:rPr lang="en-US" sz="800" b="1" i="1" dirty="0">
                <a:ln/>
                <a:solidFill>
                  <a:schemeClr val="accent4"/>
                </a:solidFill>
                <a:latin typeface="Arial Black" panose="020B0A04020102020204" pitchFamily="34" charset="0"/>
                <a:cs typeface="Kalinga" panose="020B0502040204020203" pitchFamily="34" charset="0"/>
              </a:rPr>
              <a:t>SRI NIKITA DESETTY</a:t>
            </a:r>
          </a:p>
          <a:p>
            <a:pPr algn="ctr"/>
            <a:r>
              <a:rPr lang="en-US" sz="800" b="1" i="1" dirty="0">
                <a:ln/>
                <a:solidFill>
                  <a:schemeClr val="accent4"/>
                </a:solidFill>
                <a:latin typeface="Arial Black" panose="020B0A04020102020204" pitchFamily="34" charset="0"/>
                <a:cs typeface="Kalinga" panose="020B0502040204020203" pitchFamily="34" charset="0"/>
              </a:rPr>
              <a:t>TRILOK DHANEKULA</a:t>
            </a:r>
          </a:p>
        </p:txBody>
      </p:sp>
    </p:spTree>
    <p:extLst>
      <p:ext uri="{BB962C8B-B14F-4D97-AF65-F5344CB8AC3E}">
        <p14:creationId xmlns:p14="http://schemas.microsoft.com/office/powerpoint/2010/main" val="254449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69"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0">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160" name="Google Shape;160;p30">
            <a:hlinkClick r:id="rId4"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161" name="Google Shape;161;p30">
            <a:hlinkClick r:id="rId5"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162" name="Google Shape;162;p30">
            <a:hlinkClick r:id="rId6"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163" name="Google Shape;163;p30">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164" name="Google Shape;164;p30">
            <a:hlinkClick r:id="rId8"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165" name="Google Shape;165;p30">
            <a:hlinkClick r:id="rId9"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sp>
        <p:nvSpPr>
          <p:cNvPr id="166" name="Google Shape;166;p30"/>
          <p:cNvSpPr/>
          <p:nvPr/>
        </p:nvSpPr>
        <p:spPr>
          <a:xfrm>
            <a:off x="12702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lt2"/>
                </a:solidFill>
                <a:latin typeface="Be Vietnam Pro"/>
                <a:ea typeface="Be Vietnam Pro"/>
                <a:cs typeface="Be Vietnam Pro"/>
                <a:sym typeface="Be Vietnam Pro"/>
              </a:rPr>
              <a:t>Intro</a:t>
            </a:r>
            <a:endParaRPr sz="1200" b="1" dirty="0">
              <a:solidFill>
                <a:schemeClr val="lt2"/>
              </a:solidFill>
              <a:latin typeface="Be Vietnam Pro"/>
              <a:ea typeface="Be Vietnam Pro"/>
              <a:cs typeface="Be Vietnam Pro"/>
              <a:sym typeface="Be Vietnam Pro"/>
            </a:endParaRPr>
          </a:p>
        </p:txBody>
      </p:sp>
      <p:grpSp>
        <p:nvGrpSpPr>
          <p:cNvPr id="167" name="Google Shape;167;p30"/>
          <p:cNvGrpSpPr/>
          <p:nvPr/>
        </p:nvGrpSpPr>
        <p:grpSpPr>
          <a:xfrm>
            <a:off x="494850" y="447775"/>
            <a:ext cx="591732" cy="139500"/>
            <a:chOff x="494850" y="447775"/>
            <a:chExt cx="591732" cy="139500"/>
          </a:xfrm>
        </p:grpSpPr>
        <p:sp>
          <p:nvSpPr>
            <p:cNvPr id="168" name="Google Shape;168;p30"/>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0"/>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1" name="Google Shape;171;p30"/>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172" name="Google Shape;172;p30"/>
          <p:cNvSpPr txBox="1">
            <a:spLocks noGrp="1"/>
          </p:cNvSpPr>
          <p:nvPr>
            <p:ph type="body" idx="1"/>
          </p:nvPr>
        </p:nvSpPr>
        <p:spPr>
          <a:xfrm>
            <a:off x="630766" y="1471003"/>
            <a:ext cx="7882417" cy="1021198"/>
          </a:xfrm>
          <a:prstGeom prst="rect">
            <a:avLst/>
          </a:prstGeom>
        </p:spPr>
        <p:txBody>
          <a:bodyPr spcFirstLastPara="1" wrap="square" lIns="91425" tIns="91425" rIns="91425" bIns="91425" anchor="t" anchorCtr="0">
            <a:noAutofit/>
          </a:bodyPr>
          <a:lstStyle/>
          <a:p>
            <a:pPr marL="285750" indent="-285750"/>
            <a:r>
              <a:rPr lang="en-US" dirty="0">
                <a:solidFill>
                  <a:srgbClr val="5F5FF5"/>
                </a:solidFill>
              </a:rPr>
              <a:t>Google is a massive tech company founded in 1998 by Larry Page and Sergey Brin. It began as a pioneering search engine but has since expanded into a multitude of products and services that now permeate almost every facet of the digital world we live in.</a:t>
            </a:r>
          </a:p>
          <a:p>
            <a:pPr marL="285750" indent="-285750"/>
            <a:endParaRPr dirty="0">
              <a:solidFill>
                <a:srgbClr val="5F5FF5"/>
              </a:solidFill>
            </a:endParaRPr>
          </a:p>
        </p:txBody>
      </p:sp>
      <p:pic>
        <p:nvPicPr>
          <p:cNvPr id="3" name="Picture 2" descr="A group of icons with a shield and a person">
            <a:extLst>
              <a:ext uri="{FF2B5EF4-FFF2-40B4-BE49-F238E27FC236}">
                <a16:creationId xmlns:a16="http://schemas.microsoft.com/office/drawing/2014/main" id="{7994ACA4-699F-0F89-8371-9099BD362441}"/>
              </a:ext>
            </a:extLst>
          </p:cNvPr>
          <p:cNvPicPr>
            <a:picLocks noChangeAspect="1"/>
          </p:cNvPicPr>
          <p:nvPr/>
        </p:nvPicPr>
        <p:blipFill>
          <a:blip r:embed="rId10"/>
          <a:stretch>
            <a:fillRect/>
          </a:stretch>
        </p:blipFill>
        <p:spPr>
          <a:xfrm>
            <a:off x="494850" y="2571750"/>
            <a:ext cx="3431191" cy="2029062"/>
          </a:xfrm>
          <a:prstGeom prst="rect">
            <a:avLst/>
          </a:prstGeom>
        </p:spPr>
      </p:pic>
      <p:sp>
        <p:nvSpPr>
          <p:cNvPr id="4" name="Google Shape;172;p30">
            <a:extLst>
              <a:ext uri="{FF2B5EF4-FFF2-40B4-BE49-F238E27FC236}">
                <a16:creationId xmlns:a16="http://schemas.microsoft.com/office/drawing/2014/main" id="{D22CA9B4-5B54-20F4-BBE4-B41E3EA480E6}"/>
              </a:ext>
            </a:extLst>
          </p:cNvPr>
          <p:cNvSpPr txBox="1">
            <a:spLocks/>
          </p:cNvSpPr>
          <p:nvPr/>
        </p:nvSpPr>
        <p:spPr>
          <a:xfrm>
            <a:off x="4009034" y="2487006"/>
            <a:ext cx="4504149" cy="16549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1pPr>
            <a:lvl2pPr marL="914400" marR="0" lvl="1"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2pPr>
            <a:lvl3pPr marL="1371600" marR="0" lvl="2"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3pPr>
            <a:lvl4pPr marL="1828800" marR="0" lvl="3"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4pPr>
            <a:lvl5pPr marL="2286000" marR="0" lvl="4"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5pPr>
            <a:lvl6pPr marL="2743200" marR="0" lvl="5"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6pPr>
            <a:lvl7pPr marL="3200400" marR="0" lvl="6"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7pPr>
            <a:lvl8pPr marL="3657600" marR="0" lvl="7"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8pPr>
            <a:lvl9pPr marL="4114800" marR="0" lvl="8" indent="-317500" algn="l" rtl="0">
              <a:lnSpc>
                <a:spcPct val="100000"/>
              </a:lnSpc>
              <a:spcBef>
                <a:spcPts val="0"/>
              </a:spcBef>
              <a:spcAft>
                <a:spcPts val="0"/>
              </a:spcAft>
              <a:buClr>
                <a:schemeClr val="dk1"/>
              </a:buClr>
              <a:buSzPts val="1400"/>
              <a:buFont typeface="Nunito Light"/>
              <a:buChar char="■"/>
              <a:defRPr sz="1400" b="0" i="0" u="none" strike="noStrike" cap="none">
                <a:solidFill>
                  <a:schemeClr val="dk1"/>
                </a:solidFill>
                <a:latin typeface="Manrope Medium"/>
                <a:ea typeface="Manrope Medium"/>
                <a:cs typeface="Manrope Medium"/>
                <a:sym typeface="Manrope Medium"/>
              </a:defRPr>
            </a:lvl9pPr>
          </a:lstStyle>
          <a:p>
            <a:pPr marL="285750" indent="-285750"/>
            <a:r>
              <a:rPr lang="en-US" dirty="0">
                <a:solidFill>
                  <a:srgbClr val="5F5FF5"/>
                </a:solidFill>
              </a:rPr>
              <a:t>Google's products like Gmail, Google Drive, YouTube, and Android operating system are deeply ingrained in how billions use the internet for productivity, entertainment, and mobile devices. However, Google's vast data collection practices across these platforms have sparked major privacy concerns.</a:t>
            </a:r>
          </a:p>
        </p:txBody>
      </p:sp>
      <p:sp>
        <p:nvSpPr>
          <p:cNvPr id="7" name="Google Shape;195;p31">
            <a:extLst>
              <a:ext uri="{FF2B5EF4-FFF2-40B4-BE49-F238E27FC236}">
                <a16:creationId xmlns:a16="http://schemas.microsoft.com/office/drawing/2014/main" id="{00DE8F9A-4B98-F54E-ED41-194F2EB253FB}"/>
              </a:ext>
            </a:extLst>
          </p:cNvPr>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5F5FF5"/>
                </a:solidFill>
              </a:rPr>
              <a:t>Introduction</a:t>
            </a:r>
            <a:endParaRPr dirty="0">
              <a:solidFill>
                <a:srgbClr val="5F5FF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11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172">
                                            <p:txEl>
                                              <p:pRg st="0" end="0"/>
                                            </p:txEl>
                                          </p:spTgt>
                                        </p:tgtEl>
                                        <p:attrNameLst>
                                          <p:attrName>style.visibility</p:attrName>
                                        </p:attrNameLst>
                                      </p:cBhvr>
                                      <p:to>
                                        <p:strVal val="visible"/>
                                      </p:to>
                                    </p:set>
                                  </p:childTnLst>
                                </p:cTn>
                              </p:par>
                            </p:childTnLst>
                          </p:cTn>
                        </p:par>
                        <p:par>
                          <p:cTn id="10" fill="hold">
                            <p:stCondLst>
                              <p:cond delay="5802"/>
                            </p:stCondLst>
                            <p:childTnLst>
                              <p:par>
                                <p:cTn id="11" presetID="1"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5802"/>
                            </p:stCondLst>
                            <p:childTnLst>
                              <p:par>
                                <p:cTn id="14" presetID="1" presetClass="entr" presetSubtype="0" fill="hold" grpId="0" nodeType="afterEffect">
                                  <p:stCondLst>
                                    <p:cond delay="0"/>
                                  </p:stCondLst>
                                  <p:iterate type="wd">
                                    <p:tmAbs val="100"/>
                                  </p:iterate>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build="p"/>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1">
            <a:hlinkClick r:id="rId3" action="ppaction://hlinksldjump"/>
          </p:cNvPr>
          <p:cNvSpPr/>
          <p:nvPr/>
        </p:nvSpPr>
        <p:spPr>
          <a:xfrm>
            <a:off x="7738787" y="325200"/>
            <a:ext cx="1147103"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lt1"/>
                </a:solidFill>
              </a:rPr>
              <a:t>Conclusion</a:t>
            </a:r>
            <a:endParaRPr dirty="0">
              <a:solidFill>
                <a:schemeClr val="lt1"/>
              </a:solidFill>
            </a:endParaRPr>
          </a:p>
        </p:txBody>
      </p:sp>
      <p:sp>
        <p:nvSpPr>
          <p:cNvPr id="179" name="Google Shape;179;p31">
            <a:hlinkClick r:id="rId4"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180" name="Google Shape;180;p31">
            <a:hlinkClick r:id="rId5"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181" name="Google Shape;181;p31">
            <a:hlinkClick r:id="rId6"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182" name="Google Shape;182;p31">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183" name="Google Shape;183;p31">
            <a:hlinkClick r:id="rId8"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184" name="Google Shape;184;p31">
            <a:hlinkClick r:id="rId9"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sp>
        <p:nvSpPr>
          <p:cNvPr id="185" name="Google Shape;185;p31"/>
          <p:cNvSpPr/>
          <p:nvPr/>
        </p:nvSpPr>
        <p:spPr>
          <a:xfrm>
            <a:off x="12702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2"/>
                </a:solidFill>
                <a:latin typeface="Be Vietnam Pro"/>
                <a:ea typeface="Be Vietnam Pro"/>
                <a:cs typeface="Be Vietnam Pro"/>
                <a:sym typeface="Be Vietnam Pro"/>
              </a:rPr>
              <a:t>Intro</a:t>
            </a:r>
            <a:endParaRPr sz="1200" b="1">
              <a:solidFill>
                <a:schemeClr val="lt2"/>
              </a:solidFill>
              <a:latin typeface="Be Vietnam Pro"/>
              <a:ea typeface="Be Vietnam Pro"/>
              <a:cs typeface="Be Vietnam Pro"/>
              <a:sym typeface="Be Vietnam Pro"/>
            </a:endParaRPr>
          </a:p>
        </p:txBody>
      </p:sp>
      <p:grpSp>
        <p:nvGrpSpPr>
          <p:cNvPr id="186" name="Google Shape;186;p31"/>
          <p:cNvGrpSpPr/>
          <p:nvPr/>
        </p:nvGrpSpPr>
        <p:grpSpPr>
          <a:xfrm>
            <a:off x="494850" y="447775"/>
            <a:ext cx="591732" cy="139500"/>
            <a:chOff x="494850" y="447775"/>
            <a:chExt cx="591732" cy="139500"/>
          </a:xfrm>
        </p:grpSpPr>
        <p:sp>
          <p:nvSpPr>
            <p:cNvPr id="187" name="Google Shape;187;p31"/>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1"/>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1"/>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0" name="Google Shape;190;p31"/>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195" name="Google Shape;195;p31"/>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dirty="0">
                <a:solidFill>
                  <a:srgbClr val="5F5FF5"/>
                </a:solidFill>
              </a:rPr>
              <a:t>WHAT</a:t>
            </a:r>
            <a:r>
              <a:rPr lang="en" dirty="0">
                <a:solidFill>
                  <a:srgbClr val="5F5FF5"/>
                </a:solidFill>
              </a:rPr>
              <a:t> Information does Google collect?</a:t>
            </a:r>
            <a:endParaRPr dirty="0">
              <a:solidFill>
                <a:srgbClr val="5F5FF5"/>
              </a:solidFill>
            </a:endParaRPr>
          </a:p>
        </p:txBody>
      </p:sp>
      <p:graphicFrame>
        <p:nvGraphicFramePr>
          <p:cNvPr id="10" name="Diagram 9">
            <a:extLst>
              <a:ext uri="{FF2B5EF4-FFF2-40B4-BE49-F238E27FC236}">
                <a16:creationId xmlns:a16="http://schemas.microsoft.com/office/drawing/2014/main" id="{D24F69CD-FBBE-D7C4-3F94-35F06AD23D31}"/>
              </a:ext>
            </a:extLst>
          </p:cNvPr>
          <p:cNvGraphicFramePr/>
          <p:nvPr>
            <p:extLst>
              <p:ext uri="{D42A27DB-BD31-4B8C-83A1-F6EECF244321}">
                <p14:modId xmlns:p14="http://schemas.microsoft.com/office/powerpoint/2010/main" val="1832900368"/>
              </p:ext>
            </p:extLst>
          </p:nvPr>
        </p:nvGraphicFramePr>
        <p:xfrm>
          <a:off x="494850" y="1169585"/>
          <a:ext cx="8170685" cy="364871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6832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graphicEl>
                                              <a:dgm id="{0E2B1E23-465A-4B8E-B83C-E23554BEDE24}"/>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graphicEl>
                                              <a:dgm id="{6C040D3D-AADA-460D-ACCF-990D3C34E6DB}"/>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graphicEl>
                                              <a:dgm id="{B77631A6-3BF2-432C-B537-A68AC602A71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graphicEl>
                                              <a:dgm id="{019D59A1-8361-4ED7-B77C-9F9AD9859966}"/>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graphicEl>
                                              <a:dgm id="{3E28C66B-9271-4908-8107-341FA0148B2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graphicEl>
                                              <a:dgm id="{FF612AA1-A4C5-407C-BFD7-44E10B8F9796}"/>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graphicEl>
                                              <a:dgm id="{600CED6F-0D6B-4080-A6D5-6675CD096D60}"/>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graphicEl>
                                              <a:dgm id="{53E37866-7038-4060-B170-D9808103BDD1}"/>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graphicEl>
                                              <a:dgm id="{8745CD4D-CA28-470B-94BC-BC57A40DDF84}"/>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graphicEl>
                                              <a:dgm id="{46444B4B-B5CA-4F0C-B679-E5400BDD5E62}"/>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graphicEl>
                                              <a:dgm id="{04068DF2-D2FA-45BD-B896-6C67B48F04E8}"/>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graphicEl>
                                              <a:dgm id="{15A3713D-7B12-464A-8BC8-88F41E4300A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Graphic spid="10"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1">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179" name="Google Shape;179;p31">
            <a:hlinkClick r:id="rId4"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180" name="Google Shape;180;p31">
            <a:hlinkClick r:id="rId5"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181" name="Google Shape;181;p31">
            <a:hlinkClick r:id="rId6"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182" name="Google Shape;182;p31">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183" name="Google Shape;183;p31">
            <a:hlinkClick r:id="rId8"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184" name="Google Shape;184;p31">
            <a:hlinkClick r:id="rId9"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sp>
        <p:nvSpPr>
          <p:cNvPr id="185" name="Google Shape;185;p31"/>
          <p:cNvSpPr/>
          <p:nvPr/>
        </p:nvSpPr>
        <p:spPr>
          <a:xfrm>
            <a:off x="12702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2"/>
                </a:solidFill>
                <a:latin typeface="Be Vietnam Pro"/>
                <a:ea typeface="Be Vietnam Pro"/>
                <a:cs typeface="Be Vietnam Pro"/>
                <a:sym typeface="Be Vietnam Pro"/>
              </a:rPr>
              <a:t>Intro</a:t>
            </a:r>
            <a:endParaRPr sz="1200" b="1">
              <a:solidFill>
                <a:schemeClr val="lt2"/>
              </a:solidFill>
              <a:latin typeface="Be Vietnam Pro"/>
              <a:ea typeface="Be Vietnam Pro"/>
              <a:cs typeface="Be Vietnam Pro"/>
              <a:sym typeface="Be Vietnam Pro"/>
            </a:endParaRPr>
          </a:p>
        </p:txBody>
      </p:sp>
      <p:grpSp>
        <p:nvGrpSpPr>
          <p:cNvPr id="186" name="Google Shape;186;p31"/>
          <p:cNvGrpSpPr/>
          <p:nvPr/>
        </p:nvGrpSpPr>
        <p:grpSpPr>
          <a:xfrm>
            <a:off x="494850" y="447775"/>
            <a:ext cx="591732" cy="139500"/>
            <a:chOff x="494850" y="447775"/>
            <a:chExt cx="591732" cy="139500"/>
          </a:xfrm>
        </p:grpSpPr>
        <p:sp>
          <p:nvSpPr>
            <p:cNvPr id="187" name="Google Shape;187;p31"/>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1"/>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1"/>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0" name="Google Shape;190;p31"/>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195" name="Google Shape;195;p31"/>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dirty="0">
                <a:solidFill>
                  <a:srgbClr val="5F5FF5"/>
                </a:solidFill>
              </a:rPr>
              <a:t>WHY</a:t>
            </a:r>
            <a:r>
              <a:rPr lang="en" dirty="0">
                <a:solidFill>
                  <a:srgbClr val="5F5FF5"/>
                </a:solidFill>
              </a:rPr>
              <a:t> does Google Collect Information?</a:t>
            </a:r>
            <a:endParaRPr dirty="0">
              <a:solidFill>
                <a:srgbClr val="5F5FF5"/>
              </a:solidFill>
            </a:endParaRPr>
          </a:p>
        </p:txBody>
      </p:sp>
      <p:graphicFrame>
        <p:nvGraphicFramePr>
          <p:cNvPr id="10" name="Diagram 9">
            <a:extLst>
              <a:ext uri="{FF2B5EF4-FFF2-40B4-BE49-F238E27FC236}">
                <a16:creationId xmlns:a16="http://schemas.microsoft.com/office/drawing/2014/main" id="{D24F69CD-FBBE-D7C4-3F94-35F06AD23D31}"/>
              </a:ext>
            </a:extLst>
          </p:cNvPr>
          <p:cNvGraphicFramePr/>
          <p:nvPr>
            <p:extLst>
              <p:ext uri="{D42A27DB-BD31-4B8C-83A1-F6EECF244321}">
                <p14:modId xmlns:p14="http://schemas.microsoft.com/office/powerpoint/2010/main" val="3058653120"/>
              </p:ext>
            </p:extLst>
          </p:nvPr>
        </p:nvGraphicFramePr>
        <p:xfrm>
          <a:off x="567939" y="1500919"/>
          <a:ext cx="8008071" cy="317024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50913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graphicEl>
                                              <a:dgm id="{BC0C71F7-7478-412F-B5A1-BEE3BDAA9A56}"/>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graphicEl>
                                              <a:dgm id="{A4F1B925-1CB4-465C-BA44-CBB57CA13A88}"/>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graphicEl>
                                              <a:dgm id="{D318303E-BC78-4C10-A5E0-D8C3FE601B95}"/>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graphicEl>
                                              <a:dgm id="{EA5FA1EF-7CDE-4D6E-98D0-82853EB9A1F6}"/>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graphicEl>
                                              <a:dgm id="{8C821D49-5922-415C-B243-0F335956CF74}"/>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graphicEl>
                                              <a:dgm id="{3521E46F-92DB-4152-9081-CB6ABC7FCCBA}"/>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graphicEl>
                                              <a:dgm id="{CF63C370-E630-4755-BF18-69561F5AD9DF}"/>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graphicEl>
                                              <a:dgm id="{32130EB4-5DC5-45DD-8DC2-C08182295726}"/>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graphicEl>
                                              <a:dgm id="{1EDBCFA8-8EEE-4E38-B6AE-900E3ABA7B8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Graphic spid="10"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1">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179" name="Google Shape;179;p31">
            <a:hlinkClick r:id="rId4"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180" name="Google Shape;180;p31">
            <a:hlinkClick r:id="rId5"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181" name="Google Shape;181;p31">
            <a:hlinkClick r:id="rId6"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182" name="Google Shape;182;p31">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183" name="Google Shape;183;p31">
            <a:hlinkClick r:id="rId8"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184" name="Google Shape;184;p31">
            <a:hlinkClick r:id="rId9"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sp>
        <p:nvSpPr>
          <p:cNvPr id="185" name="Google Shape;185;p31"/>
          <p:cNvSpPr/>
          <p:nvPr/>
        </p:nvSpPr>
        <p:spPr>
          <a:xfrm>
            <a:off x="12702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2"/>
                </a:solidFill>
                <a:latin typeface="Be Vietnam Pro"/>
                <a:ea typeface="Be Vietnam Pro"/>
                <a:cs typeface="Be Vietnam Pro"/>
                <a:sym typeface="Be Vietnam Pro"/>
              </a:rPr>
              <a:t>Intro</a:t>
            </a:r>
            <a:endParaRPr sz="1200" b="1">
              <a:solidFill>
                <a:schemeClr val="lt2"/>
              </a:solidFill>
              <a:latin typeface="Be Vietnam Pro"/>
              <a:ea typeface="Be Vietnam Pro"/>
              <a:cs typeface="Be Vietnam Pro"/>
              <a:sym typeface="Be Vietnam Pro"/>
            </a:endParaRPr>
          </a:p>
        </p:txBody>
      </p:sp>
      <p:grpSp>
        <p:nvGrpSpPr>
          <p:cNvPr id="186" name="Google Shape;186;p31"/>
          <p:cNvGrpSpPr/>
          <p:nvPr/>
        </p:nvGrpSpPr>
        <p:grpSpPr>
          <a:xfrm>
            <a:off x="494850" y="447775"/>
            <a:ext cx="591732" cy="139500"/>
            <a:chOff x="494850" y="447775"/>
            <a:chExt cx="591732" cy="139500"/>
          </a:xfrm>
        </p:grpSpPr>
        <p:sp>
          <p:nvSpPr>
            <p:cNvPr id="187" name="Google Shape;187;p31"/>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1"/>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1"/>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0" name="Google Shape;190;p31"/>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195" name="Google Shape;195;p31"/>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dirty="0">
                <a:solidFill>
                  <a:srgbClr val="5F5FF5"/>
                </a:solidFill>
              </a:rPr>
              <a:t>WHY</a:t>
            </a:r>
            <a:r>
              <a:rPr lang="en" dirty="0">
                <a:solidFill>
                  <a:srgbClr val="5F5FF5"/>
                </a:solidFill>
              </a:rPr>
              <a:t> does Google Collect Information?</a:t>
            </a:r>
            <a:endParaRPr dirty="0">
              <a:solidFill>
                <a:srgbClr val="5F5FF5"/>
              </a:solidFill>
            </a:endParaRPr>
          </a:p>
        </p:txBody>
      </p:sp>
      <p:graphicFrame>
        <p:nvGraphicFramePr>
          <p:cNvPr id="10" name="Diagram 9">
            <a:extLst>
              <a:ext uri="{FF2B5EF4-FFF2-40B4-BE49-F238E27FC236}">
                <a16:creationId xmlns:a16="http://schemas.microsoft.com/office/drawing/2014/main" id="{D24F69CD-FBBE-D7C4-3F94-35F06AD23D31}"/>
              </a:ext>
            </a:extLst>
          </p:cNvPr>
          <p:cNvGraphicFramePr/>
          <p:nvPr>
            <p:extLst>
              <p:ext uri="{D42A27DB-BD31-4B8C-83A1-F6EECF244321}">
                <p14:modId xmlns:p14="http://schemas.microsoft.com/office/powerpoint/2010/main" val="2994713641"/>
              </p:ext>
            </p:extLst>
          </p:nvPr>
        </p:nvGraphicFramePr>
        <p:xfrm>
          <a:off x="662661" y="1563850"/>
          <a:ext cx="7818628" cy="295590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301830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graphicEl>
                                              <a:dgm id="{EF82E389-7BE8-4E1F-B048-935C852E4E30}"/>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graphicEl>
                                              <a:dgm id="{5DD2878B-AF09-4CAD-A59F-B6AD7AB19EC3}"/>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graphicEl>
                                              <a:dgm id="{EA06CA84-CFEF-4D30-B41E-3F6691420075}"/>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graphicEl>
                                              <a:dgm id="{FB6E89B7-5741-44B4-A2E5-F65E2290DD9E}"/>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graphicEl>
                                              <a:dgm id="{350930FE-FEF7-4349-BD95-52064671657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graphicEl>
                                              <a:dgm id="{C66E4A0B-5941-402B-AC91-B18BB1CBD66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Intro</a:t>
            </a:r>
            <a:endParaRPr sz="1200" dirty="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4286F5"/>
                </a:solidFill>
              </a:rPr>
              <a:t>Data Sharing Practices</a:t>
            </a:r>
            <a:endParaRPr dirty="0">
              <a:solidFill>
                <a:srgbClr val="4286F5"/>
              </a:solidFill>
            </a:endParaRPr>
          </a:p>
        </p:txBody>
      </p:sp>
      <p:sp>
        <p:nvSpPr>
          <p:cNvPr id="2" name="TextBox 1">
            <a:extLst>
              <a:ext uri="{FF2B5EF4-FFF2-40B4-BE49-F238E27FC236}">
                <a16:creationId xmlns:a16="http://schemas.microsoft.com/office/drawing/2014/main" id="{9B891D7B-3E43-DBFB-1DEB-E36F54BF9004}"/>
              </a:ext>
            </a:extLst>
          </p:cNvPr>
          <p:cNvSpPr txBox="1"/>
          <p:nvPr/>
        </p:nvSpPr>
        <p:spPr>
          <a:xfrm>
            <a:off x="494850" y="1414146"/>
            <a:ext cx="8149420" cy="3323987"/>
          </a:xfrm>
          <a:prstGeom prst="rect">
            <a:avLst/>
          </a:prstGeom>
          <a:noFill/>
        </p:spPr>
        <p:txBody>
          <a:bodyPr wrap="square" rtlCol="0">
            <a:spAutoFit/>
          </a:bodyPr>
          <a:lstStyle/>
          <a:p>
            <a:pPr marL="0" lvl="0" indent="0" algn="l" rtl="0">
              <a:spcBef>
                <a:spcPts val="0"/>
              </a:spcBef>
              <a:spcAft>
                <a:spcPts val="0"/>
              </a:spcAft>
              <a:buNone/>
            </a:pPr>
            <a:r>
              <a:rPr lang="en-US" b="1" dirty="0">
                <a:solidFill>
                  <a:srgbClr val="5796FD"/>
                </a:solidFill>
              </a:rPr>
              <a:t>Organizational Access</a:t>
            </a:r>
          </a:p>
          <a:p>
            <a:pPr marL="0" lvl="0" indent="0" algn="l" rtl="0">
              <a:spcBef>
                <a:spcPts val="0"/>
              </a:spcBef>
              <a:spcAft>
                <a:spcPts val="0"/>
              </a:spcAft>
              <a:buNone/>
            </a:pPr>
            <a:r>
              <a:rPr lang="en-US" dirty="0">
                <a:solidFill>
                  <a:srgbClr val="5796FD"/>
                </a:solidFill>
              </a:rPr>
              <a:t>- If using Google services through a school, workplace or other organization </a:t>
            </a:r>
          </a:p>
          <a:p>
            <a:pPr marL="0" lvl="0" indent="0" algn="l" rtl="0">
              <a:spcBef>
                <a:spcPts val="0"/>
              </a:spcBef>
              <a:spcAft>
                <a:spcPts val="0"/>
              </a:spcAft>
              <a:buNone/>
            </a:pPr>
            <a:r>
              <a:rPr lang="en-US" dirty="0">
                <a:solidFill>
                  <a:srgbClr val="5796FD"/>
                </a:solidFill>
              </a:rPr>
              <a:t>- Administrators may access user accounts, view usage stats, and manage data</a:t>
            </a:r>
          </a:p>
          <a:p>
            <a:pPr marL="0" lvl="0" indent="0" algn="l" rtl="0">
              <a:spcBef>
                <a:spcPts val="0"/>
              </a:spcBef>
              <a:spcAft>
                <a:spcPts val="0"/>
              </a:spcAft>
              <a:buNone/>
            </a:pPr>
            <a:r>
              <a:rPr lang="en-US" dirty="0">
                <a:solidFill>
                  <a:srgbClr val="5796FD"/>
                </a:solidFill>
              </a:rPr>
              <a:t>- This allows oversight and control within organizations utilizing Google's services</a:t>
            </a:r>
          </a:p>
          <a:p>
            <a:pPr marL="0" lvl="0" indent="0" algn="l" rtl="0">
              <a:spcBef>
                <a:spcPts val="0"/>
              </a:spcBef>
              <a:spcAft>
                <a:spcPts val="0"/>
              </a:spcAft>
              <a:buNone/>
            </a:pPr>
            <a:endParaRPr lang="en-US" dirty="0">
              <a:solidFill>
                <a:srgbClr val="5796FD"/>
              </a:solidFill>
            </a:endParaRPr>
          </a:p>
          <a:p>
            <a:pPr marL="0" lvl="0" indent="0" algn="l" rtl="0">
              <a:spcBef>
                <a:spcPts val="0"/>
              </a:spcBef>
              <a:spcAft>
                <a:spcPts val="0"/>
              </a:spcAft>
              <a:buNone/>
            </a:pPr>
            <a:r>
              <a:rPr lang="en-US" b="1" dirty="0">
                <a:solidFill>
                  <a:srgbClr val="5796FD"/>
                </a:solidFill>
              </a:rPr>
              <a:t>Legal Compliance </a:t>
            </a:r>
            <a:r>
              <a:rPr lang="en-US" dirty="0">
                <a:solidFill>
                  <a:srgbClr val="5796FD"/>
                </a:solidFill>
              </a:rPr>
              <a:t> </a:t>
            </a:r>
          </a:p>
          <a:p>
            <a:pPr marL="0" lvl="0" indent="0" algn="l" rtl="0">
              <a:spcBef>
                <a:spcPts val="0"/>
              </a:spcBef>
              <a:spcAft>
                <a:spcPts val="0"/>
              </a:spcAft>
              <a:buNone/>
            </a:pPr>
            <a:r>
              <a:rPr lang="en-US" dirty="0">
                <a:solidFill>
                  <a:srgbClr val="5796FD"/>
                </a:solidFill>
              </a:rPr>
              <a:t>- Google shares personal data when compelled by law or government orders</a:t>
            </a:r>
          </a:p>
          <a:p>
            <a:pPr marL="0" lvl="0" indent="0" algn="l" rtl="0">
              <a:spcBef>
                <a:spcPts val="0"/>
              </a:spcBef>
              <a:spcAft>
                <a:spcPts val="0"/>
              </a:spcAft>
              <a:buNone/>
            </a:pPr>
            <a:r>
              <a:rPr lang="en-US" dirty="0">
                <a:solidFill>
                  <a:srgbClr val="5796FD"/>
                </a:solidFill>
              </a:rPr>
              <a:t>- This includes responding to valid legal processes, court orders, or investigations</a:t>
            </a:r>
          </a:p>
          <a:p>
            <a:pPr marL="0" lvl="0" indent="0" algn="l" rtl="0">
              <a:spcBef>
                <a:spcPts val="0"/>
              </a:spcBef>
              <a:spcAft>
                <a:spcPts val="0"/>
              </a:spcAft>
              <a:buNone/>
            </a:pPr>
            <a:r>
              <a:rPr lang="en-US" dirty="0">
                <a:solidFill>
                  <a:srgbClr val="5796FD"/>
                </a:solidFill>
              </a:rPr>
              <a:t>- Ensures Google's cooperation with binding legal requests and due process</a:t>
            </a:r>
          </a:p>
          <a:p>
            <a:pPr marL="0" lvl="0" indent="0" algn="l" rtl="0">
              <a:spcBef>
                <a:spcPts val="0"/>
              </a:spcBef>
              <a:spcAft>
                <a:spcPts val="0"/>
              </a:spcAft>
              <a:buNone/>
            </a:pPr>
            <a:endParaRPr lang="en-US" dirty="0">
              <a:solidFill>
                <a:srgbClr val="5796FD"/>
              </a:solidFill>
            </a:endParaRPr>
          </a:p>
          <a:p>
            <a:pPr marL="0" lvl="0" indent="0" algn="l" rtl="0">
              <a:spcBef>
                <a:spcPts val="0"/>
              </a:spcBef>
              <a:spcAft>
                <a:spcPts val="0"/>
              </a:spcAft>
              <a:buNone/>
            </a:pPr>
            <a:r>
              <a:rPr lang="en-US" b="1" dirty="0">
                <a:solidFill>
                  <a:srgbClr val="5796FD"/>
                </a:solidFill>
              </a:rPr>
              <a:t>User Consent</a:t>
            </a:r>
          </a:p>
          <a:p>
            <a:pPr marL="0" lvl="0" indent="0" algn="l" rtl="0">
              <a:spcBef>
                <a:spcPts val="0"/>
              </a:spcBef>
              <a:spcAft>
                <a:spcPts val="0"/>
              </a:spcAft>
              <a:buNone/>
            </a:pPr>
            <a:r>
              <a:rPr lang="en-US" dirty="0">
                <a:solidFill>
                  <a:srgbClr val="5796FD"/>
                </a:solidFill>
              </a:rPr>
              <a:t>- Google will share personal data with third parties if users explicitly allow it</a:t>
            </a:r>
          </a:p>
          <a:p>
            <a:pPr marL="0" lvl="0" indent="0" algn="l" rtl="0">
              <a:spcBef>
                <a:spcPts val="0"/>
              </a:spcBef>
              <a:spcAft>
                <a:spcPts val="0"/>
              </a:spcAft>
              <a:buNone/>
            </a:pPr>
            <a:r>
              <a:rPr lang="en-US" dirty="0">
                <a:solidFill>
                  <a:srgbClr val="5796FD"/>
                </a:solidFill>
              </a:rPr>
              <a:t>- For example, sharing details to complete a transaction or integrate with an app</a:t>
            </a:r>
          </a:p>
          <a:p>
            <a:pPr marL="0" lvl="0" indent="0" algn="l" rtl="0">
              <a:spcBef>
                <a:spcPts val="0"/>
              </a:spcBef>
              <a:spcAft>
                <a:spcPts val="0"/>
              </a:spcAft>
              <a:buNone/>
            </a:pPr>
            <a:r>
              <a:rPr lang="en-US" dirty="0">
                <a:solidFill>
                  <a:srgbClr val="5796FD"/>
                </a:solidFill>
              </a:rPr>
              <a:t>- User permission is obtained before sharing sensitive personal information</a:t>
            </a:r>
          </a:p>
          <a:p>
            <a:pPr marL="0" lvl="0" indent="0" algn="l" rtl="0">
              <a:spcBef>
                <a:spcPts val="0"/>
              </a:spcBef>
              <a:spcAft>
                <a:spcPts val="0"/>
              </a:spcAft>
              <a:buNone/>
            </a:pPr>
            <a:endParaRPr lang="en-US" dirty="0">
              <a:solidFill>
                <a:srgbClr val="5796F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wd">
                                    <p:tmAbs val="100"/>
                                  </p:iterate>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par>
                          <p:cTn id="11" fill="hold">
                            <p:stCondLst>
                              <p:cond delay="101"/>
                            </p:stCondLst>
                            <p:childTnLst>
                              <p:par>
                                <p:cTn id="12" presetID="1" presetClass="entr" presetSubtype="0" fill="hold" nodeType="afterEffect">
                                  <p:stCondLst>
                                    <p:cond delay="0"/>
                                  </p:stCondLst>
                                  <p:iterate type="wd">
                                    <p:tmAbs val="100"/>
                                  </p:iterate>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par>
                          <p:cTn id="14" fill="hold">
                            <p:stCondLst>
                              <p:cond delay="1302"/>
                            </p:stCondLst>
                            <p:childTnLst>
                              <p:par>
                                <p:cTn id="15" presetID="1" presetClass="entr" presetSubtype="0" fill="hold" nodeType="afterEffect">
                                  <p:stCondLst>
                                    <p:cond delay="0"/>
                                  </p:stCondLst>
                                  <p:iterate type="wd">
                                    <p:tmAbs val="100"/>
                                  </p:iterate>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par>
                          <p:cTn id="17" fill="hold">
                            <p:stCondLst>
                              <p:cond delay="2603"/>
                            </p:stCondLst>
                            <p:childTnLst>
                              <p:par>
                                <p:cTn id="18" presetID="1" presetClass="entr" presetSubtype="0" fill="hold" nodeType="afterEffect">
                                  <p:stCondLst>
                                    <p:cond delay="0"/>
                                  </p:stCondLst>
                                  <p:iterate type="wd">
                                    <p:tmAbs val="100"/>
                                  </p:iterate>
                                  <p:childTnLst>
                                    <p:set>
                                      <p:cBhvr>
                                        <p:cTn id="19" dur="1" fill="hold">
                                          <p:stCondLst>
                                            <p:cond delay="0"/>
                                          </p:stCondLst>
                                        </p:cTn>
                                        <p:tgtEl>
                                          <p:spTgt spid="2">
                                            <p:txEl>
                                              <p:pRg st="3" end="3"/>
                                            </p:txEl>
                                          </p:spTgt>
                                        </p:tgtEl>
                                        <p:attrNameLst>
                                          <p:attrName>style.visibility</p:attrName>
                                        </p:attrNameLst>
                                      </p:cBhvr>
                                      <p:to>
                                        <p:strVal val="visible"/>
                                      </p:to>
                                    </p:set>
                                  </p:childTnLst>
                                </p:cTn>
                              </p:par>
                            </p:childTnLst>
                          </p:cTn>
                        </p:par>
                        <p:par>
                          <p:cTn id="20" fill="hold">
                            <p:stCondLst>
                              <p:cond delay="3604"/>
                            </p:stCondLst>
                            <p:childTnLst>
                              <p:par>
                                <p:cTn id="21" presetID="1" presetClass="entr" presetSubtype="0" fill="hold" nodeType="afterEffect">
                                  <p:stCondLst>
                                    <p:cond delay="0"/>
                                  </p:stCondLst>
                                  <p:iterate type="wd">
                                    <p:tmAbs val="100"/>
                                  </p:iterate>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par>
                          <p:cTn id="23" fill="hold">
                            <p:stCondLst>
                              <p:cond delay="3705"/>
                            </p:stCondLst>
                            <p:childTnLst>
                              <p:par>
                                <p:cTn id="24" presetID="1" presetClass="entr" presetSubtype="0" fill="hold" nodeType="afterEffect">
                                  <p:stCondLst>
                                    <p:cond delay="0"/>
                                  </p:stCondLst>
                                  <p:iterate type="wd">
                                    <p:tmAbs val="100"/>
                                  </p:iterate>
                                  <p:childTnLst>
                                    <p:set>
                                      <p:cBhvr>
                                        <p:cTn id="25" dur="1" fill="hold">
                                          <p:stCondLst>
                                            <p:cond delay="0"/>
                                          </p:stCondLst>
                                        </p:cTn>
                                        <p:tgtEl>
                                          <p:spTgt spid="2">
                                            <p:txEl>
                                              <p:pRg st="6" end="6"/>
                                            </p:txEl>
                                          </p:spTgt>
                                        </p:tgtEl>
                                        <p:attrNameLst>
                                          <p:attrName>style.visibility</p:attrName>
                                        </p:attrNameLst>
                                      </p:cBhvr>
                                      <p:to>
                                        <p:strVal val="visible"/>
                                      </p:to>
                                    </p:set>
                                  </p:childTnLst>
                                </p:cTn>
                              </p:par>
                            </p:childTnLst>
                          </p:cTn>
                        </p:par>
                        <p:par>
                          <p:cTn id="26" fill="hold">
                            <p:stCondLst>
                              <p:cond delay="4806"/>
                            </p:stCondLst>
                            <p:childTnLst>
                              <p:par>
                                <p:cTn id="27" presetID="1" presetClass="entr" presetSubtype="0" fill="hold" nodeType="afterEffect">
                                  <p:stCondLst>
                                    <p:cond delay="0"/>
                                  </p:stCondLst>
                                  <p:iterate type="wd">
                                    <p:tmAbs val="100"/>
                                  </p:iterate>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par>
                          <p:cTn id="29" fill="hold">
                            <p:stCondLst>
                              <p:cond delay="6107"/>
                            </p:stCondLst>
                            <p:childTnLst>
                              <p:par>
                                <p:cTn id="30" presetID="1" presetClass="entr" presetSubtype="0" fill="hold" nodeType="afterEffect">
                                  <p:stCondLst>
                                    <p:cond delay="0"/>
                                  </p:stCondLst>
                                  <p:iterate type="wd">
                                    <p:tmAbs val="100"/>
                                  </p:iterate>
                                  <p:childTnLst>
                                    <p:set>
                                      <p:cBhvr>
                                        <p:cTn id="31" dur="1" fill="hold">
                                          <p:stCondLst>
                                            <p:cond delay="0"/>
                                          </p:stCondLst>
                                        </p:cTn>
                                        <p:tgtEl>
                                          <p:spTgt spid="2">
                                            <p:txEl>
                                              <p:pRg st="8" end="8"/>
                                            </p:txEl>
                                          </p:spTgt>
                                        </p:tgtEl>
                                        <p:attrNameLst>
                                          <p:attrName>style.visibility</p:attrName>
                                        </p:attrNameLst>
                                      </p:cBhvr>
                                      <p:to>
                                        <p:strVal val="visible"/>
                                      </p:to>
                                    </p:set>
                                  </p:childTnLst>
                                </p:cTn>
                              </p:par>
                            </p:childTnLst>
                          </p:cTn>
                        </p:par>
                        <p:par>
                          <p:cTn id="32" fill="hold">
                            <p:stCondLst>
                              <p:cond delay="7108"/>
                            </p:stCondLst>
                            <p:childTnLst>
                              <p:par>
                                <p:cTn id="33" presetID="1" presetClass="entr" presetSubtype="0" fill="hold" nodeType="afterEffect">
                                  <p:stCondLst>
                                    <p:cond delay="0"/>
                                  </p:stCondLst>
                                  <p:iterate type="wd">
                                    <p:tmAbs val="100"/>
                                  </p:iterate>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par>
                          <p:cTn id="35" fill="hold">
                            <p:stCondLst>
                              <p:cond delay="7209"/>
                            </p:stCondLst>
                            <p:childTnLst>
                              <p:par>
                                <p:cTn id="36" presetID="1" presetClass="entr" presetSubtype="0" fill="hold" nodeType="afterEffect">
                                  <p:stCondLst>
                                    <p:cond delay="0"/>
                                  </p:stCondLst>
                                  <p:iterate type="wd">
                                    <p:tmAbs val="100"/>
                                  </p:iterate>
                                  <p:childTnLst>
                                    <p:set>
                                      <p:cBhvr>
                                        <p:cTn id="37" dur="1" fill="hold">
                                          <p:stCondLst>
                                            <p:cond delay="0"/>
                                          </p:stCondLst>
                                        </p:cTn>
                                        <p:tgtEl>
                                          <p:spTgt spid="2">
                                            <p:txEl>
                                              <p:pRg st="11" end="11"/>
                                            </p:txEl>
                                          </p:spTgt>
                                        </p:tgtEl>
                                        <p:attrNameLst>
                                          <p:attrName>style.visibility</p:attrName>
                                        </p:attrNameLst>
                                      </p:cBhvr>
                                      <p:to>
                                        <p:strVal val="visible"/>
                                      </p:to>
                                    </p:set>
                                  </p:childTnLst>
                                </p:cTn>
                              </p:par>
                            </p:childTnLst>
                          </p:cTn>
                        </p:par>
                        <p:par>
                          <p:cTn id="38" fill="hold">
                            <p:stCondLst>
                              <p:cond delay="8510"/>
                            </p:stCondLst>
                            <p:childTnLst>
                              <p:par>
                                <p:cTn id="39" presetID="1" presetClass="entr" presetSubtype="0" fill="hold" nodeType="afterEffect">
                                  <p:stCondLst>
                                    <p:cond delay="0"/>
                                  </p:stCondLst>
                                  <p:iterate type="wd">
                                    <p:tmAbs val="100"/>
                                  </p:iterate>
                                  <p:childTnLst>
                                    <p:set>
                                      <p:cBhvr>
                                        <p:cTn id="40" dur="1" fill="hold">
                                          <p:stCondLst>
                                            <p:cond delay="0"/>
                                          </p:stCondLst>
                                        </p:cTn>
                                        <p:tgtEl>
                                          <p:spTgt spid="2">
                                            <p:txEl>
                                              <p:pRg st="12" end="12"/>
                                            </p:txEl>
                                          </p:spTgt>
                                        </p:tgtEl>
                                        <p:attrNameLst>
                                          <p:attrName>style.visibility</p:attrName>
                                        </p:attrNameLst>
                                      </p:cBhvr>
                                      <p:to>
                                        <p:strVal val="visible"/>
                                      </p:to>
                                    </p:set>
                                  </p:childTnLst>
                                </p:cTn>
                              </p:par>
                            </p:childTnLst>
                          </p:cTn>
                        </p:par>
                        <p:par>
                          <p:cTn id="41" fill="hold">
                            <p:stCondLst>
                              <p:cond delay="9911"/>
                            </p:stCondLst>
                            <p:childTnLst>
                              <p:par>
                                <p:cTn id="42" presetID="1" presetClass="entr" presetSubtype="0" fill="hold" nodeType="afterEffect">
                                  <p:stCondLst>
                                    <p:cond delay="0"/>
                                  </p:stCondLst>
                                  <p:iterate type="wd">
                                    <p:tmAbs val="100"/>
                                  </p:iterate>
                                  <p:childTnLst>
                                    <p:set>
                                      <p:cBhvr>
                                        <p:cTn id="43"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Intro</a:t>
            </a:r>
            <a:endParaRPr sz="1200" dirty="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4286F5"/>
                </a:solidFill>
              </a:rPr>
              <a:t>Data Sharing Practices</a:t>
            </a:r>
            <a:endParaRPr dirty="0">
              <a:solidFill>
                <a:srgbClr val="4286F5"/>
              </a:solidFill>
            </a:endParaRPr>
          </a:p>
        </p:txBody>
      </p:sp>
      <p:sp>
        <p:nvSpPr>
          <p:cNvPr id="2" name="TextBox 1">
            <a:extLst>
              <a:ext uri="{FF2B5EF4-FFF2-40B4-BE49-F238E27FC236}">
                <a16:creationId xmlns:a16="http://schemas.microsoft.com/office/drawing/2014/main" id="{9B891D7B-3E43-DBFB-1DEB-E36F54BF9004}"/>
              </a:ext>
            </a:extLst>
          </p:cNvPr>
          <p:cNvSpPr txBox="1"/>
          <p:nvPr/>
        </p:nvSpPr>
        <p:spPr>
          <a:xfrm>
            <a:off x="494850" y="1414146"/>
            <a:ext cx="8149420" cy="3323987"/>
          </a:xfrm>
          <a:prstGeom prst="rect">
            <a:avLst/>
          </a:prstGeom>
          <a:noFill/>
        </p:spPr>
        <p:txBody>
          <a:bodyPr wrap="square" rtlCol="0">
            <a:spAutoFit/>
          </a:bodyPr>
          <a:lstStyle/>
          <a:p>
            <a:pPr marL="0" lvl="0" indent="0" algn="l" rtl="0">
              <a:spcBef>
                <a:spcPts val="0"/>
              </a:spcBef>
              <a:spcAft>
                <a:spcPts val="0"/>
              </a:spcAft>
              <a:buNone/>
            </a:pPr>
            <a:r>
              <a:rPr lang="en-US" b="1" dirty="0">
                <a:solidFill>
                  <a:srgbClr val="5796FD"/>
                </a:solidFill>
              </a:rPr>
              <a:t>Service Providers</a:t>
            </a:r>
          </a:p>
          <a:p>
            <a:pPr marL="0" lvl="0" indent="0" algn="l" rtl="0">
              <a:spcBef>
                <a:spcPts val="0"/>
              </a:spcBef>
              <a:spcAft>
                <a:spcPts val="0"/>
              </a:spcAft>
              <a:buNone/>
            </a:pPr>
            <a:r>
              <a:rPr lang="en-US" dirty="0">
                <a:solidFill>
                  <a:srgbClr val="5796FD"/>
                </a:solidFill>
              </a:rPr>
              <a:t>- Google utilizes trusted third-party vendors and partners as data processors  </a:t>
            </a:r>
          </a:p>
          <a:p>
            <a:pPr marL="0" lvl="0" indent="0" algn="l" rtl="0">
              <a:spcBef>
                <a:spcPts val="0"/>
              </a:spcBef>
              <a:spcAft>
                <a:spcPts val="0"/>
              </a:spcAft>
              <a:buNone/>
            </a:pPr>
            <a:r>
              <a:rPr lang="en-US" dirty="0">
                <a:solidFill>
                  <a:srgbClr val="5796FD"/>
                </a:solidFill>
              </a:rPr>
              <a:t>- These parties handle data per Google's instructions and security standards</a:t>
            </a:r>
          </a:p>
          <a:p>
            <a:pPr marL="0" lvl="0" indent="0" algn="l" rtl="0">
              <a:spcBef>
                <a:spcPts val="0"/>
              </a:spcBef>
              <a:spcAft>
                <a:spcPts val="0"/>
              </a:spcAft>
              <a:buNone/>
            </a:pPr>
            <a:r>
              <a:rPr lang="en-US" dirty="0">
                <a:solidFill>
                  <a:srgbClr val="5796FD"/>
                </a:solidFill>
              </a:rPr>
              <a:t>- Facilitates backend operations like cloud services, customer support, analytics</a:t>
            </a:r>
          </a:p>
          <a:p>
            <a:pPr marL="0" lvl="0" indent="0" algn="l" rtl="0">
              <a:spcBef>
                <a:spcPts val="0"/>
              </a:spcBef>
              <a:spcAft>
                <a:spcPts val="0"/>
              </a:spcAft>
              <a:buNone/>
            </a:pPr>
            <a:endParaRPr lang="en-US" dirty="0">
              <a:solidFill>
                <a:srgbClr val="5796FD"/>
              </a:solidFill>
            </a:endParaRPr>
          </a:p>
          <a:p>
            <a:pPr marL="0" lvl="0" indent="0" algn="l" rtl="0">
              <a:spcBef>
                <a:spcPts val="0"/>
              </a:spcBef>
              <a:spcAft>
                <a:spcPts val="0"/>
              </a:spcAft>
              <a:buNone/>
            </a:pPr>
            <a:r>
              <a:rPr lang="en-US" b="1" dirty="0">
                <a:solidFill>
                  <a:srgbClr val="5796FD"/>
                </a:solidFill>
              </a:rPr>
              <a:t>Advertising and Analytics</a:t>
            </a:r>
          </a:p>
          <a:p>
            <a:pPr marL="0" lvl="0" indent="0" algn="l" rtl="0">
              <a:spcBef>
                <a:spcPts val="0"/>
              </a:spcBef>
              <a:spcAft>
                <a:spcPts val="0"/>
              </a:spcAft>
              <a:buNone/>
            </a:pPr>
            <a:r>
              <a:rPr lang="en-US" dirty="0">
                <a:solidFill>
                  <a:srgbClr val="5796FD"/>
                </a:solidFill>
              </a:rPr>
              <a:t>- User data is shared with Google's advertising and marketing partners  </a:t>
            </a:r>
          </a:p>
          <a:p>
            <a:pPr marL="0" lvl="0" indent="0" algn="l" rtl="0">
              <a:spcBef>
                <a:spcPts val="0"/>
              </a:spcBef>
              <a:spcAft>
                <a:spcPts val="0"/>
              </a:spcAft>
              <a:buNone/>
            </a:pPr>
            <a:r>
              <a:rPr lang="en-US" dirty="0">
                <a:solidFill>
                  <a:srgbClr val="5796FD"/>
                </a:solidFill>
              </a:rPr>
              <a:t>- This first-party data improves ad targeting, campaign measurement, and analytics</a:t>
            </a:r>
          </a:p>
          <a:p>
            <a:pPr marL="0" lvl="0" indent="0" algn="l" rtl="0">
              <a:spcBef>
                <a:spcPts val="0"/>
              </a:spcBef>
              <a:spcAft>
                <a:spcPts val="0"/>
              </a:spcAft>
              <a:buNone/>
            </a:pPr>
            <a:r>
              <a:rPr lang="en-US" dirty="0">
                <a:solidFill>
                  <a:srgbClr val="5796FD"/>
                </a:solidFill>
              </a:rPr>
              <a:t>- Marketing partners do not receive personally identifiable user information</a:t>
            </a:r>
          </a:p>
          <a:p>
            <a:pPr marL="0" lvl="0" indent="0" algn="l" rtl="0">
              <a:spcBef>
                <a:spcPts val="0"/>
              </a:spcBef>
              <a:spcAft>
                <a:spcPts val="0"/>
              </a:spcAft>
              <a:buNone/>
            </a:pPr>
            <a:endParaRPr lang="en-US" dirty="0">
              <a:solidFill>
                <a:srgbClr val="5796FD"/>
              </a:solidFill>
            </a:endParaRPr>
          </a:p>
          <a:p>
            <a:pPr marL="0" lvl="0" indent="0" algn="l" rtl="0">
              <a:spcBef>
                <a:spcPts val="0"/>
              </a:spcBef>
              <a:spcAft>
                <a:spcPts val="0"/>
              </a:spcAft>
              <a:buNone/>
            </a:pPr>
            <a:r>
              <a:rPr lang="en-US" b="1" dirty="0">
                <a:solidFill>
                  <a:srgbClr val="5796FD"/>
                </a:solidFill>
              </a:rPr>
              <a:t>Acquisitions and Mergers </a:t>
            </a:r>
            <a:r>
              <a:rPr lang="en-US" dirty="0">
                <a:solidFill>
                  <a:srgbClr val="5796FD"/>
                </a:solidFill>
              </a:rPr>
              <a:t> </a:t>
            </a:r>
          </a:p>
          <a:p>
            <a:pPr marL="0" lvl="0" indent="0" algn="l" rtl="0">
              <a:spcBef>
                <a:spcPts val="0"/>
              </a:spcBef>
              <a:spcAft>
                <a:spcPts val="0"/>
              </a:spcAft>
              <a:buNone/>
            </a:pPr>
            <a:r>
              <a:rPr lang="en-US" dirty="0">
                <a:solidFill>
                  <a:srgbClr val="5796FD"/>
                </a:solidFill>
              </a:rPr>
              <a:t>- In business transitions like acquisitions, user data will transfer accordingly</a:t>
            </a:r>
          </a:p>
          <a:p>
            <a:pPr marL="0" lvl="0" indent="0" algn="l" rtl="0">
              <a:spcBef>
                <a:spcPts val="0"/>
              </a:spcBef>
              <a:spcAft>
                <a:spcPts val="0"/>
              </a:spcAft>
              <a:buNone/>
            </a:pPr>
            <a:r>
              <a:rPr lang="en-US" dirty="0">
                <a:solidFill>
                  <a:srgbClr val="5796FD"/>
                </a:solidFill>
              </a:rPr>
              <a:t>- Google ensures continued confidentiality of personal information in such cases</a:t>
            </a:r>
          </a:p>
          <a:p>
            <a:pPr lvl="0"/>
            <a:r>
              <a:rPr lang="en-US" dirty="0">
                <a:solidFill>
                  <a:srgbClr val="5796FD"/>
                </a:solidFill>
              </a:rPr>
              <a:t>- Users would be notified of privacy policy changes from any new entity</a:t>
            </a:r>
          </a:p>
          <a:p>
            <a:pPr marL="0" lvl="0" indent="0" algn="l" rtl="0">
              <a:spcBef>
                <a:spcPts val="0"/>
              </a:spcBef>
              <a:spcAft>
                <a:spcPts val="0"/>
              </a:spcAft>
              <a:buNone/>
            </a:pPr>
            <a:endParaRPr lang="en-US" dirty="0">
              <a:solidFill>
                <a:srgbClr val="5796FD"/>
              </a:solidFill>
            </a:endParaRPr>
          </a:p>
        </p:txBody>
      </p:sp>
    </p:spTree>
    <p:extLst>
      <p:ext uri="{BB962C8B-B14F-4D97-AF65-F5344CB8AC3E}">
        <p14:creationId xmlns:p14="http://schemas.microsoft.com/office/powerpoint/2010/main" val="869976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100"/>
                                  </p:iterate>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52229" y="325200"/>
            <a:ext cx="1066421"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68532" y="1094101"/>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solidFill>
                  <a:srgbClr val="4286F5"/>
                </a:solidFill>
              </a:rPr>
              <a:t>Key Information on User Empowerment</a:t>
            </a:r>
            <a:endParaRPr dirty="0">
              <a:solidFill>
                <a:srgbClr val="4286F5"/>
              </a:solidFill>
            </a:endParaRPr>
          </a:p>
        </p:txBody>
      </p:sp>
      <p:graphicFrame>
        <p:nvGraphicFramePr>
          <p:cNvPr id="2" name="Diagram 1">
            <a:extLst>
              <a:ext uri="{FF2B5EF4-FFF2-40B4-BE49-F238E27FC236}">
                <a16:creationId xmlns:a16="http://schemas.microsoft.com/office/drawing/2014/main" id="{23A7EB0E-6B41-382A-61A6-9E70F913C0F8}"/>
              </a:ext>
            </a:extLst>
          </p:cNvPr>
          <p:cNvGraphicFramePr/>
          <p:nvPr>
            <p:extLst>
              <p:ext uri="{D42A27DB-BD31-4B8C-83A1-F6EECF244321}">
                <p14:modId xmlns:p14="http://schemas.microsoft.com/office/powerpoint/2010/main" val="390615927"/>
              </p:ext>
            </p:extLst>
          </p:nvPr>
        </p:nvGraphicFramePr>
        <p:xfrm>
          <a:off x="720966" y="1333072"/>
          <a:ext cx="1552245" cy="186210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5" name="TextBox 4">
            <a:extLst>
              <a:ext uri="{FF2B5EF4-FFF2-40B4-BE49-F238E27FC236}">
                <a16:creationId xmlns:a16="http://schemas.microsoft.com/office/drawing/2014/main" id="{4B3E5153-AF85-A92F-2A4F-E6BF75C5F754}"/>
              </a:ext>
            </a:extLst>
          </p:cNvPr>
          <p:cNvSpPr txBox="1"/>
          <p:nvPr/>
        </p:nvSpPr>
        <p:spPr>
          <a:xfrm>
            <a:off x="705484" y="3064509"/>
            <a:ext cx="7717550" cy="1631216"/>
          </a:xfrm>
          <a:prstGeom prst="rect">
            <a:avLst/>
          </a:prstGeom>
          <a:noFill/>
        </p:spPr>
        <p:txBody>
          <a:bodyPr wrap="square" rtlCol="0">
            <a:spAutoFit/>
          </a:bodyPr>
          <a:lstStyle/>
          <a:p>
            <a:pPr marL="0" lvl="0" indent="0" algn="l" rtl="0">
              <a:spcBef>
                <a:spcPts val="0"/>
              </a:spcBef>
              <a:spcAft>
                <a:spcPts val="0"/>
              </a:spcAft>
              <a:buNone/>
            </a:pPr>
            <a:r>
              <a:rPr lang="en-US" sz="1000" b="1" dirty="0">
                <a:solidFill>
                  <a:srgbClr val="5796FD"/>
                </a:solidFill>
              </a:rPr>
              <a:t>Robust Privacy Controls</a:t>
            </a:r>
          </a:p>
          <a:p>
            <a:pPr marL="0" lvl="0" indent="0" algn="l" rtl="0">
              <a:spcBef>
                <a:spcPts val="0"/>
              </a:spcBef>
              <a:spcAft>
                <a:spcPts val="0"/>
              </a:spcAft>
              <a:buNone/>
            </a:pPr>
            <a:r>
              <a:rPr lang="en-US" sz="1000" dirty="0">
                <a:solidFill>
                  <a:srgbClr val="5796FD"/>
                </a:solidFill>
              </a:rPr>
              <a:t>- Google offers a comprehensive set of privacy tools and settings for users</a:t>
            </a:r>
          </a:p>
          <a:p>
            <a:pPr marL="0" lvl="0" indent="0" algn="l" rtl="0">
              <a:spcBef>
                <a:spcPts val="0"/>
              </a:spcBef>
              <a:spcAft>
                <a:spcPts val="0"/>
              </a:spcAft>
              <a:buNone/>
            </a:pPr>
            <a:r>
              <a:rPr lang="en-US" sz="1000" dirty="0">
                <a:solidFill>
                  <a:srgbClr val="5796FD"/>
                </a:solidFill>
              </a:rPr>
              <a:t>- Controls allow deciding what types of activity data should be saved</a:t>
            </a:r>
          </a:p>
          <a:p>
            <a:pPr marL="0" lvl="0" indent="0" algn="l" rtl="0">
              <a:spcBef>
                <a:spcPts val="0"/>
              </a:spcBef>
              <a:spcAft>
                <a:spcPts val="0"/>
              </a:spcAft>
              <a:buNone/>
            </a:pPr>
            <a:r>
              <a:rPr lang="en-US" sz="1000" dirty="0">
                <a:solidFill>
                  <a:srgbClr val="5796FD"/>
                </a:solidFill>
              </a:rPr>
              <a:t>- Users can manage ad personalization preferences and information visibility</a:t>
            </a:r>
          </a:p>
          <a:p>
            <a:pPr marL="0" lvl="0" indent="0" algn="l" rtl="0">
              <a:spcBef>
                <a:spcPts val="0"/>
              </a:spcBef>
              <a:spcAft>
                <a:spcPts val="0"/>
              </a:spcAft>
              <a:buNone/>
            </a:pPr>
            <a:r>
              <a:rPr lang="en-US" sz="1000" dirty="0">
                <a:solidFill>
                  <a:srgbClr val="5796FD"/>
                </a:solidFill>
              </a:rPr>
              <a:t>- Options to restrict sharing of personal data with third parties</a:t>
            </a:r>
          </a:p>
          <a:p>
            <a:pPr marL="0" lvl="0" indent="0" algn="l" rtl="0">
              <a:spcBef>
                <a:spcPts val="0"/>
              </a:spcBef>
              <a:spcAft>
                <a:spcPts val="0"/>
              </a:spcAft>
              <a:buNone/>
            </a:pPr>
            <a:endParaRPr lang="en-US" sz="1000" dirty="0">
              <a:solidFill>
                <a:srgbClr val="5796FD"/>
              </a:solidFill>
            </a:endParaRPr>
          </a:p>
          <a:p>
            <a:pPr marL="0" lvl="0" indent="0" algn="l" rtl="0">
              <a:spcBef>
                <a:spcPts val="0"/>
              </a:spcBef>
              <a:spcAft>
                <a:spcPts val="0"/>
              </a:spcAft>
              <a:buNone/>
            </a:pPr>
            <a:r>
              <a:rPr lang="en-US" sz="1000" b="1" dirty="0">
                <a:solidFill>
                  <a:srgbClr val="5796FD"/>
                </a:solidFill>
              </a:rPr>
              <a:t>Data Portability and Removability  </a:t>
            </a:r>
          </a:p>
          <a:p>
            <a:pPr marL="0" lvl="0" indent="0" algn="l" rtl="0">
              <a:spcBef>
                <a:spcPts val="0"/>
              </a:spcBef>
              <a:spcAft>
                <a:spcPts val="0"/>
              </a:spcAft>
              <a:buNone/>
            </a:pPr>
            <a:r>
              <a:rPr lang="en-US" sz="1000" dirty="0">
                <a:solidFill>
                  <a:srgbClr val="5796FD"/>
                </a:solidFill>
              </a:rPr>
              <a:t>- Users can export a copy of their data stored with Google's services</a:t>
            </a:r>
          </a:p>
          <a:p>
            <a:pPr marL="0" lvl="0" indent="0" algn="l" rtl="0">
              <a:spcBef>
                <a:spcPts val="0"/>
              </a:spcBef>
              <a:spcAft>
                <a:spcPts val="0"/>
              </a:spcAft>
              <a:buNone/>
            </a:pPr>
            <a:r>
              <a:rPr lang="en-US" sz="1000" dirty="0">
                <a:solidFill>
                  <a:srgbClr val="5796FD"/>
                </a:solidFill>
              </a:rPr>
              <a:t>- The ability to request removal of specific content from Google's platforms</a:t>
            </a:r>
          </a:p>
          <a:p>
            <a:pPr marL="0" lvl="0" indent="0" algn="l" rtl="0">
              <a:spcBef>
                <a:spcPts val="0"/>
              </a:spcBef>
              <a:spcAft>
                <a:spcPts val="0"/>
              </a:spcAft>
              <a:buNone/>
            </a:pPr>
            <a:r>
              <a:rPr lang="en-US" sz="1000" dirty="0">
                <a:solidFill>
                  <a:srgbClr val="5796FD"/>
                </a:solidFill>
              </a:rPr>
              <a:t>- Account deactivation and data deletion processes give users an "exit" option</a:t>
            </a:r>
          </a:p>
        </p:txBody>
      </p:sp>
      <p:sp>
        <p:nvSpPr>
          <p:cNvPr id="6" name="TextBox 5">
            <a:extLst>
              <a:ext uri="{FF2B5EF4-FFF2-40B4-BE49-F238E27FC236}">
                <a16:creationId xmlns:a16="http://schemas.microsoft.com/office/drawing/2014/main" id="{D4710DBB-F826-D33C-6461-124041CCA71B}"/>
              </a:ext>
            </a:extLst>
          </p:cNvPr>
          <p:cNvSpPr txBox="1"/>
          <p:nvPr/>
        </p:nvSpPr>
        <p:spPr>
          <a:xfrm>
            <a:off x="2685325" y="1562401"/>
            <a:ext cx="6010021" cy="1631216"/>
          </a:xfrm>
          <a:prstGeom prst="rect">
            <a:avLst/>
          </a:prstGeom>
          <a:noFill/>
        </p:spPr>
        <p:txBody>
          <a:bodyPr wrap="square" rtlCol="0">
            <a:spAutoFit/>
          </a:bodyPr>
          <a:lstStyle/>
          <a:p>
            <a:pPr marL="0" lvl="0" indent="0" algn="l" rtl="0">
              <a:spcBef>
                <a:spcPts val="0"/>
              </a:spcBef>
              <a:spcAft>
                <a:spcPts val="0"/>
              </a:spcAft>
              <a:buNone/>
            </a:pPr>
            <a:r>
              <a:rPr lang="en-US" sz="1000" b="1" dirty="0">
                <a:solidFill>
                  <a:srgbClr val="5796FD"/>
                </a:solidFill>
              </a:rPr>
              <a:t>User-Driven Data Management</a:t>
            </a:r>
          </a:p>
          <a:p>
            <a:pPr marL="0" lvl="0" indent="0" algn="l" rtl="0">
              <a:spcBef>
                <a:spcPts val="0"/>
              </a:spcBef>
              <a:spcAft>
                <a:spcPts val="0"/>
              </a:spcAft>
              <a:buNone/>
            </a:pPr>
            <a:r>
              <a:rPr lang="en-US" sz="1000" dirty="0">
                <a:solidFill>
                  <a:srgbClr val="5796FD"/>
                </a:solidFill>
              </a:rPr>
              <a:t>- Users can directly manage personal data within their Google Account</a:t>
            </a:r>
          </a:p>
          <a:p>
            <a:pPr marL="0" lvl="0" indent="0" algn="l" rtl="0">
              <a:spcBef>
                <a:spcPts val="0"/>
              </a:spcBef>
              <a:spcAft>
                <a:spcPts val="0"/>
              </a:spcAft>
              <a:buNone/>
            </a:pPr>
            <a:r>
              <a:rPr lang="en-US" sz="1000" dirty="0">
                <a:solidFill>
                  <a:srgbClr val="5796FD"/>
                </a:solidFill>
              </a:rPr>
              <a:t>- This includes reviewing and updating account information like name/contacts</a:t>
            </a:r>
          </a:p>
          <a:p>
            <a:pPr marL="0" lvl="0" indent="0" algn="l" rtl="0">
              <a:spcBef>
                <a:spcPts val="0"/>
              </a:spcBef>
              <a:spcAft>
                <a:spcPts val="0"/>
              </a:spcAft>
              <a:buNone/>
            </a:pPr>
            <a:r>
              <a:rPr lang="en-US" sz="1000" dirty="0">
                <a:solidFill>
                  <a:srgbClr val="5796FD"/>
                </a:solidFill>
              </a:rPr>
              <a:t>- Users have the ability to access, edit or delete content they've provided</a:t>
            </a:r>
          </a:p>
          <a:p>
            <a:pPr marL="0" lvl="0" indent="0" algn="l" rtl="0">
              <a:spcBef>
                <a:spcPts val="0"/>
              </a:spcBef>
              <a:spcAft>
                <a:spcPts val="0"/>
              </a:spcAft>
              <a:buNone/>
            </a:pPr>
            <a:endParaRPr lang="en-US" sz="1000" dirty="0">
              <a:solidFill>
                <a:srgbClr val="5796FD"/>
              </a:solidFill>
            </a:endParaRPr>
          </a:p>
          <a:p>
            <a:pPr marL="0" lvl="0" indent="0" algn="l" rtl="0">
              <a:spcBef>
                <a:spcPts val="0"/>
              </a:spcBef>
              <a:spcAft>
                <a:spcPts val="0"/>
              </a:spcAft>
              <a:buNone/>
            </a:pPr>
            <a:r>
              <a:rPr lang="en-US" sz="1000" b="1" dirty="0">
                <a:solidFill>
                  <a:srgbClr val="5796FD"/>
                </a:solidFill>
              </a:rPr>
              <a:t>Transparent Privacy Practices</a:t>
            </a:r>
          </a:p>
          <a:p>
            <a:pPr marL="0" lvl="0" indent="0" algn="l" rtl="0">
              <a:spcBef>
                <a:spcPts val="0"/>
              </a:spcBef>
              <a:spcAft>
                <a:spcPts val="0"/>
              </a:spcAft>
              <a:buNone/>
            </a:pPr>
            <a:r>
              <a:rPr lang="en-US" sz="1000" dirty="0">
                <a:solidFill>
                  <a:srgbClr val="5796FD"/>
                </a:solidFill>
              </a:rPr>
              <a:t>- Google aims to clearly explain how user data is collected, used and protected</a:t>
            </a:r>
          </a:p>
          <a:p>
            <a:pPr marL="0" lvl="0" indent="0" algn="l" rtl="0">
              <a:spcBef>
                <a:spcPts val="0"/>
              </a:spcBef>
              <a:spcAft>
                <a:spcPts val="0"/>
              </a:spcAft>
              <a:buNone/>
            </a:pPr>
            <a:r>
              <a:rPr lang="en-US" sz="1000" dirty="0">
                <a:solidFill>
                  <a:srgbClr val="5796FD"/>
                </a:solidFill>
              </a:rPr>
              <a:t>- Tools like the Privacy Checkup provide transparency into data practices  </a:t>
            </a:r>
          </a:p>
          <a:p>
            <a:pPr marL="0" lvl="0" indent="0" algn="l" rtl="0">
              <a:spcBef>
                <a:spcPts val="0"/>
              </a:spcBef>
              <a:spcAft>
                <a:spcPts val="0"/>
              </a:spcAft>
              <a:buNone/>
            </a:pPr>
            <a:r>
              <a:rPr lang="en-US" sz="1000" dirty="0">
                <a:solidFill>
                  <a:srgbClr val="5796FD"/>
                </a:solidFill>
              </a:rPr>
              <a:t>- Easy to understand policies, definitions and examples related to data handling</a:t>
            </a:r>
          </a:p>
          <a:p>
            <a:endParaRPr lang="en-US" sz="1000" dirty="0">
              <a:solidFill>
                <a:srgbClr val="5796FD"/>
              </a:solidFill>
            </a:endParaRPr>
          </a:p>
        </p:txBody>
      </p:sp>
    </p:spTree>
    <p:extLst>
      <p:ext uri="{BB962C8B-B14F-4D97-AF65-F5344CB8AC3E}">
        <p14:creationId xmlns:p14="http://schemas.microsoft.com/office/powerpoint/2010/main" val="8332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graphicEl>
                                              <a:dgm id="{5210860A-F46B-4BBE-8ED2-738BF121CB98}"/>
                                            </p:graphicEl>
                                          </p:spTgt>
                                        </p:tgtEl>
                                        <p:attrNameLst>
                                          <p:attrName>style.visibility</p:attrName>
                                        </p:attrNameLst>
                                      </p:cBhvr>
                                      <p:to>
                                        <p:strVal val="visible"/>
                                      </p:to>
                                    </p:set>
                                    <p:animEffect transition="in" filter="fade">
                                      <p:cBhvr>
                                        <p:cTn id="11" dur="500"/>
                                        <p:tgtEl>
                                          <p:spTgt spid="2">
                                            <p:graphicEl>
                                              <a:dgm id="{5210860A-F46B-4BBE-8ED2-738BF121CB98}"/>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graphicEl>
                                              <a:dgm id="{A2834C0D-BAFF-47F6-8455-399D5FA35BF3}"/>
                                            </p:graphicEl>
                                          </p:spTgt>
                                        </p:tgtEl>
                                        <p:attrNameLst>
                                          <p:attrName>style.visibility</p:attrName>
                                        </p:attrNameLst>
                                      </p:cBhvr>
                                      <p:to>
                                        <p:strVal val="visible"/>
                                      </p:to>
                                    </p:set>
                                    <p:animEffect transition="in" filter="fade">
                                      <p:cBhvr>
                                        <p:cTn id="16" dur="500"/>
                                        <p:tgtEl>
                                          <p:spTgt spid="2">
                                            <p:graphicEl>
                                              <a:dgm id="{A2834C0D-BAFF-47F6-8455-399D5FA35BF3}"/>
                                            </p:graphic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graphicEl>
                                              <a:dgm id="{F15903E6-40C9-454A-A0AB-B7023BC6159D}"/>
                                            </p:graphicEl>
                                          </p:spTgt>
                                        </p:tgtEl>
                                        <p:attrNameLst>
                                          <p:attrName>style.visibility</p:attrName>
                                        </p:attrNameLst>
                                      </p:cBhvr>
                                      <p:to>
                                        <p:strVal val="visible"/>
                                      </p:to>
                                    </p:set>
                                    <p:animEffect transition="in" filter="fade">
                                      <p:cBhvr>
                                        <p:cTn id="19" dur="500"/>
                                        <p:tgtEl>
                                          <p:spTgt spid="2">
                                            <p:graphicEl>
                                              <a:dgm id="{F15903E6-40C9-454A-A0AB-B7023BC6159D}"/>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graphicEl>
                                              <a:dgm id="{BF42033B-40DB-4A9F-B723-4278730BBD4C}"/>
                                            </p:graphicEl>
                                          </p:spTgt>
                                        </p:tgtEl>
                                        <p:attrNameLst>
                                          <p:attrName>style.visibility</p:attrName>
                                        </p:attrNameLst>
                                      </p:cBhvr>
                                      <p:to>
                                        <p:strVal val="visible"/>
                                      </p:to>
                                    </p:set>
                                    <p:animEffect transition="in" filter="fade">
                                      <p:cBhvr>
                                        <p:cTn id="24" dur="500"/>
                                        <p:tgtEl>
                                          <p:spTgt spid="2">
                                            <p:graphicEl>
                                              <a:dgm id="{BF42033B-40DB-4A9F-B723-4278730BBD4C}"/>
                                            </p:graphic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graphicEl>
                                              <a:dgm id="{519BA88E-5177-4046-B3C0-4402D1D766C7}"/>
                                            </p:graphicEl>
                                          </p:spTgt>
                                        </p:tgtEl>
                                        <p:attrNameLst>
                                          <p:attrName>style.visibility</p:attrName>
                                        </p:attrNameLst>
                                      </p:cBhvr>
                                      <p:to>
                                        <p:strVal val="visible"/>
                                      </p:to>
                                    </p:set>
                                    <p:animEffect transition="in" filter="fade">
                                      <p:cBhvr>
                                        <p:cTn id="27" dur="500"/>
                                        <p:tgtEl>
                                          <p:spTgt spid="2">
                                            <p:graphicEl>
                                              <a:dgm id="{519BA88E-5177-4046-B3C0-4402D1D766C7}"/>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A8206FE8-7AC5-4510-BE25-54EF3976A3DD}"/>
                                            </p:graphicEl>
                                          </p:spTgt>
                                        </p:tgtEl>
                                        <p:attrNameLst>
                                          <p:attrName>style.visibility</p:attrName>
                                        </p:attrNameLst>
                                      </p:cBhvr>
                                      <p:to>
                                        <p:strVal val="visible"/>
                                      </p:to>
                                    </p:set>
                                    <p:animEffect transition="in" filter="fade">
                                      <p:cBhvr>
                                        <p:cTn id="32" dur="500"/>
                                        <p:tgtEl>
                                          <p:spTgt spid="2">
                                            <p:graphicEl>
                                              <a:dgm id="{A8206FE8-7AC5-4510-BE25-54EF3976A3DD}"/>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graphicEl>
                                              <a:dgm id="{A47F1FB8-C473-429E-AE56-B1CF078A56B3}"/>
                                            </p:graphicEl>
                                          </p:spTgt>
                                        </p:tgtEl>
                                        <p:attrNameLst>
                                          <p:attrName>style.visibility</p:attrName>
                                        </p:attrNameLst>
                                      </p:cBhvr>
                                      <p:to>
                                        <p:strVal val="visible"/>
                                      </p:to>
                                    </p:set>
                                    <p:animEffect transition="in" filter="fade">
                                      <p:cBhvr>
                                        <p:cTn id="35" dur="500"/>
                                        <p:tgtEl>
                                          <p:spTgt spid="2">
                                            <p:graphicEl>
                                              <a:dgm id="{A47F1FB8-C473-429E-AE56-B1CF078A56B3}"/>
                                            </p:graphicEl>
                                          </p:spTgt>
                                        </p:tgtEl>
                                      </p:cBhvr>
                                    </p:animEffect>
                                  </p:childTnLst>
                                </p:cTn>
                              </p:par>
                            </p:childTnLst>
                          </p:cTn>
                        </p:par>
                        <p:par>
                          <p:cTn id="36" fill="hold">
                            <p:stCondLst>
                              <p:cond delay="500"/>
                            </p:stCondLst>
                            <p:childTnLst>
                              <p:par>
                                <p:cTn id="37" presetID="1" presetClass="entr" presetSubtype="0" fill="hold" grpId="0" nodeType="afterEffect">
                                  <p:stCondLst>
                                    <p:cond delay="0"/>
                                  </p:stCondLst>
                                  <p:iterate type="wd">
                                    <p:tmAbs val="100"/>
                                  </p:iterate>
                                  <p:childTnLst>
                                    <p:set>
                                      <p:cBhvr>
                                        <p:cTn id="38" dur="1" fill="hold">
                                          <p:stCondLst>
                                            <p:cond delay="0"/>
                                          </p:stCondLst>
                                        </p:cTn>
                                        <p:tgtEl>
                                          <p:spTgt spid="6"/>
                                        </p:tgtEl>
                                        <p:attrNameLst>
                                          <p:attrName>style.visibility</p:attrName>
                                        </p:attrNameLst>
                                      </p:cBhvr>
                                      <p:to>
                                        <p:strVal val="visible"/>
                                      </p:to>
                                    </p:set>
                                  </p:childTnLst>
                                </p:cTn>
                              </p:par>
                            </p:childTnLst>
                          </p:cTn>
                        </p:par>
                        <p:par>
                          <p:cTn id="39" fill="hold">
                            <p:stCondLst>
                              <p:cond delay="8601"/>
                            </p:stCondLst>
                            <p:childTnLst>
                              <p:par>
                                <p:cTn id="40" presetID="1" presetClass="entr" presetSubtype="0" fill="hold" grpId="0" nodeType="afterEffect">
                                  <p:stCondLst>
                                    <p:cond delay="0"/>
                                  </p:stCondLst>
                                  <p:iterate type="wd">
                                    <p:tmAbs val="100"/>
                                  </p:iterate>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Graphic spid="2" grpId="0" uiExpand="1">
        <p:bldSub>
          <a:bldDgm bld="lvlOne"/>
        </p:bldSub>
      </p:bldGraphic>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32059" y="325200"/>
            <a:ext cx="1086591"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13225" y="1136174"/>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solidFill>
                  <a:srgbClr val="4286F5"/>
                </a:solidFill>
              </a:rPr>
              <a:t>Key Information on Transparency </a:t>
            </a:r>
            <a:endParaRPr dirty="0">
              <a:solidFill>
                <a:srgbClr val="4286F5"/>
              </a:solidFill>
            </a:endParaRPr>
          </a:p>
        </p:txBody>
      </p:sp>
      <p:graphicFrame>
        <p:nvGraphicFramePr>
          <p:cNvPr id="3" name="Diagram 2">
            <a:extLst>
              <a:ext uri="{FF2B5EF4-FFF2-40B4-BE49-F238E27FC236}">
                <a16:creationId xmlns:a16="http://schemas.microsoft.com/office/drawing/2014/main" id="{61707195-5CE2-0533-A746-CFA865C78A2B}"/>
              </a:ext>
            </a:extLst>
          </p:cNvPr>
          <p:cNvGraphicFramePr/>
          <p:nvPr>
            <p:extLst>
              <p:ext uri="{D42A27DB-BD31-4B8C-83A1-F6EECF244321}">
                <p14:modId xmlns:p14="http://schemas.microsoft.com/office/powerpoint/2010/main" val="3327816697"/>
              </p:ext>
            </p:extLst>
          </p:nvPr>
        </p:nvGraphicFramePr>
        <p:xfrm>
          <a:off x="720966" y="1175264"/>
          <a:ext cx="2435934" cy="353281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5" name="TextBox 4">
            <a:extLst>
              <a:ext uri="{FF2B5EF4-FFF2-40B4-BE49-F238E27FC236}">
                <a16:creationId xmlns:a16="http://schemas.microsoft.com/office/drawing/2014/main" id="{96F3EB37-0317-AB04-C089-933D9E23F8FF}"/>
              </a:ext>
            </a:extLst>
          </p:cNvPr>
          <p:cNvSpPr txBox="1"/>
          <p:nvPr/>
        </p:nvSpPr>
        <p:spPr>
          <a:xfrm>
            <a:off x="3365292" y="1604474"/>
            <a:ext cx="5065483" cy="3093154"/>
          </a:xfrm>
          <a:prstGeom prst="rect">
            <a:avLst/>
          </a:prstGeom>
          <a:noFill/>
        </p:spPr>
        <p:txBody>
          <a:bodyPr wrap="square" rtlCol="0">
            <a:spAutoFit/>
          </a:bodyPr>
          <a:lstStyle/>
          <a:p>
            <a:pPr marL="0" lvl="0" indent="0" algn="l" rtl="0">
              <a:spcBef>
                <a:spcPts val="0"/>
              </a:spcBef>
              <a:spcAft>
                <a:spcPts val="0"/>
              </a:spcAft>
              <a:buNone/>
            </a:pPr>
            <a:r>
              <a:rPr lang="en-US" sz="1300" b="1" dirty="0">
                <a:solidFill>
                  <a:srgbClr val="5796FD"/>
                </a:solidFill>
              </a:rPr>
              <a:t>Detailed disclosures:</a:t>
            </a:r>
            <a:r>
              <a:rPr lang="en-US" sz="1300" dirty="0">
                <a:solidFill>
                  <a:srgbClr val="5796FD"/>
                </a:solidFill>
              </a:rPr>
              <a:t> </a:t>
            </a:r>
            <a:br>
              <a:rPr lang="en-US" sz="1300" dirty="0">
                <a:solidFill>
                  <a:srgbClr val="5796FD"/>
                </a:solidFill>
              </a:rPr>
            </a:br>
            <a:r>
              <a:rPr lang="en-US" sz="1300" dirty="0">
                <a:solidFill>
                  <a:srgbClr val="5796FD"/>
                </a:solidFill>
              </a:rPr>
              <a:t>Google's Privacy Policy provides comprehensive information about what data is collected and its purposes. It includes examples and explanatory videos to help users understand the use of their data.</a:t>
            </a:r>
          </a:p>
          <a:p>
            <a:pPr marL="0" lvl="0" indent="0" algn="l" rtl="0">
              <a:spcBef>
                <a:spcPts val="0"/>
              </a:spcBef>
              <a:spcAft>
                <a:spcPts val="0"/>
              </a:spcAft>
              <a:buNone/>
            </a:pPr>
            <a:endParaRPr lang="en-US" sz="1300" dirty="0">
              <a:solidFill>
                <a:srgbClr val="5796FD"/>
              </a:solidFill>
            </a:endParaRPr>
          </a:p>
          <a:p>
            <a:pPr marL="0" lvl="0" indent="0" algn="l" rtl="0">
              <a:spcBef>
                <a:spcPts val="0"/>
              </a:spcBef>
              <a:spcAft>
                <a:spcPts val="0"/>
              </a:spcAft>
              <a:buNone/>
            </a:pPr>
            <a:r>
              <a:rPr lang="en-US" sz="1300" b="1" dirty="0">
                <a:solidFill>
                  <a:srgbClr val="5796FD"/>
                </a:solidFill>
              </a:rPr>
              <a:t>Communicating regular updates:</a:t>
            </a:r>
            <a:r>
              <a:rPr lang="en-US" sz="1300" dirty="0">
                <a:solidFill>
                  <a:srgbClr val="5796FD"/>
                </a:solidFill>
              </a:rPr>
              <a:t> </a:t>
            </a:r>
            <a:br>
              <a:rPr lang="en-US" sz="1300" dirty="0">
                <a:solidFill>
                  <a:srgbClr val="5796FD"/>
                </a:solidFill>
              </a:rPr>
            </a:br>
            <a:r>
              <a:rPr lang="en-US" sz="1300" dirty="0">
                <a:solidFill>
                  <a:srgbClr val="5796FD"/>
                </a:solidFill>
              </a:rPr>
              <a:t>Google communicates changes to its Privacy Policy, including sending notifications of significant updates and providing access to archived versions.</a:t>
            </a:r>
            <a:br>
              <a:rPr lang="en-US" sz="1300" dirty="0">
                <a:solidFill>
                  <a:srgbClr val="5796FD"/>
                </a:solidFill>
              </a:rPr>
            </a:br>
            <a:endParaRPr lang="en-US" sz="1300" dirty="0">
              <a:solidFill>
                <a:srgbClr val="5796FD"/>
              </a:solidFill>
            </a:endParaRPr>
          </a:p>
          <a:p>
            <a:pPr marL="0" lvl="0" indent="0" algn="l" rtl="0">
              <a:spcBef>
                <a:spcPts val="0"/>
              </a:spcBef>
              <a:spcAft>
                <a:spcPts val="0"/>
              </a:spcAft>
              <a:buNone/>
            </a:pPr>
            <a:r>
              <a:rPr lang="en-US" sz="1300" b="1" dirty="0">
                <a:solidFill>
                  <a:srgbClr val="5796FD"/>
                </a:solidFill>
              </a:rPr>
              <a:t>Simplifies complex terms:</a:t>
            </a:r>
            <a:r>
              <a:rPr lang="en-US" sz="1300" dirty="0">
                <a:solidFill>
                  <a:srgbClr val="5796FD"/>
                </a:solidFill>
              </a:rPr>
              <a:t> </a:t>
            </a:r>
            <a:br>
              <a:rPr lang="en-US" sz="1300" dirty="0">
                <a:solidFill>
                  <a:srgbClr val="5796FD"/>
                </a:solidFill>
              </a:rPr>
            </a:br>
            <a:r>
              <a:rPr lang="en-US" sz="1300" dirty="0">
                <a:solidFill>
                  <a:srgbClr val="5796FD"/>
                </a:solidFill>
              </a:rPr>
              <a:t>The policy includes definitions for key terms and straightforward explanations to make the information more accessible to users.</a:t>
            </a:r>
          </a:p>
          <a:p>
            <a:endParaRPr lang="en-US" sz="1300" dirty="0">
              <a:solidFill>
                <a:srgbClr val="5796FD"/>
              </a:solidFill>
            </a:endParaRPr>
          </a:p>
        </p:txBody>
      </p:sp>
    </p:spTree>
    <p:extLst>
      <p:ext uri="{BB962C8B-B14F-4D97-AF65-F5344CB8AC3E}">
        <p14:creationId xmlns:p14="http://schemas.microsoft.com/office/powerpoint/2010/main" val="166767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334"/>
                                        </p:tgtEl>
                                        <p:attrNameLst>
                                          <p:attrName>style.visibility</p:attrName>
                                        </p:attrNameLst>
                                      </p:cBhvr>
                                      <p:to>
                                        <p:strVal val="visible"/>
                                      </p:to>
                                    </p:set>
                                  </p:childTnLst>
                                </p:cTn>
                              </p:par>
                            </p:childTnLst>
                          </p:cTn>
                        </p:par>
                        <p:par>
                          <p:cTn id="7" fill="hold">
                            <p:stCondLst>
                              <p:cond delay="2701"/>
                            </p:stCondLst>
                            <p:childTnLst>
                              <p:par>
                                <p:cTn id="8" presetID="10" presetClass="entr" presetSubtype="0" fill="hold" grpId="0" nodeType="afterEffect">
                                  <p:stCondLst>
                                    <p:cond delay="0"/>
                                  </p:stCondLst>
                                  <p:childTnLst>
                                    <p:set>
                                      <p:cBhvr>
                                        <p:cTn id="9" dur="1" fill="hold">
                                          <p:stCondLst>
                                            <p:cond delay="0"/>
                                          </p:stCondLst>
                                        </p:cTn>
                                        <p:tgtEl>
                                          <p:spTgt spid="3">
                                            <p:graphicEl>
                                              <a:dgm id="{DF78A512-1A63-4E04-90DA-8680B1F04A33}"/>
                                            </p:graphicEl>
                                          </p:spTgt>
                                        </p:tgtEl>
                                        <p:attrNameLst>
                                          <p:attrName>style.visibility</p:attrName>
                                        </p:attrNameLst>
                                      </p:cBhvr>
                                      <p:to>
                                        <p:strVal val="visible"/>
                                      </p:to>
                                    </p:set>
                                    <p:animEffect transition="in" filter="fade">
                                      <p:cBhvr>
                                        <p:cTn id="10" dur="500"/>
                                        <p:tgtEl>
                                          <p:spTgt spid="3">
                                            <p:graphicEl>
                                              <a:dgm id="{DF78A512-1A63-4E04-90DA-8680B1F04A33}"/>
                                            </p:graphicEl>
                                          </p:spTgt>
                                        </p:tgtEl>
                                      </p:cBhvr>
                                    </p:animEffect>
                                  </p:childTnLst>
                                </p:cTn>
                              </p:par>
                            </p:childTnLst>
                          </p:cTn>
                        </p:par>
                        <p:par>
                          <p:cTn id="11" fill="hold">
                            <p:stCondLst>
                              <p:cond delay="3201"/>
                            </p:stCondLst>
                            <p:childTnLst>
                              <p:par>
                                <p:cTn id="12" presetID="10" presetClass="entr" presetSubtype="0" fill="hold" grpId="0" nodeType="afterEffect">
                                  <p:stCondLst>
                                    <p:cond delay="0"/>
                                  </p:stCondLst>
                                  <p:childTnLst>
                                    <p:set>
                                      <p:cBhvr>
                                        <p:cTn id="13" dur="1" fill="hold">
                                          <p:stCondLst>
                                            <p:cond delay="0"/>
                                          </p:stCondLst>
                                        </p:cTn>
                                        <p:tgtEl>
                                          <p:spTgt spid="3">
                                            <p:graphicEl>
                                              <a:dgm id="{41EFCA01-A016-4BA7-BE42-B7EAA1AB278C}"/>
                                            </p:graphicEl>
                                          </p:spTgt>
                                        </p:tgtEl>
                                        <p:attrNameLst>
                                          <p:attrName>style.visibility</p:attrName>
                                        </p:attrNameLst>
                                      </p:cBhvr>
                                      <p:to>
                                        <p:strVal val="visible"/>
                                      </p:to>
                                    </p:set>
                                    <p:animEffect transition="in" filter="fade">
                                      <p:cBhvr>
                                        <p:cTn id="14" dur="500"/>
                                        <p:tgtEl>
                                          <p:spTgt spid="3">
                                            <p:graphicEl>
                                              <a:dgm id="{41EFCA01-A016-4BA7-BE42-B7EAA1AB278C}"/>
                                            </p:graphicEl>
                                          </p:spTgt>
                                        </p:tgtEl>
                                      </p:cBhvr>
                                    </p:animEffect>
                                  </p:childTnLst>
                                </p:cTn>
                              </p:par>
                            </p:childTnLst>
                          </p:cTn>
                        </p:par>
                        <p:par>
                          <p:cTn id="15" fill="hold">
                            <p:stCondLst>
                              <p:cond delay="3701"/>
                            </p:stCondLst>
                            <p:childTnLst>
                              <p:par>
                                <p:cTn id="16" presetID="10" presetClass="entr" presetSubtype="0" fill="hold" grpId="0" nodeType="afterEffect">
                                  <p:stCondLst>
                                    <p:cond delay="0"/>
                                  </p:stCondLst>
                                  <p:childTnLst>
                                    <p:set>
                                      <p:cBhvr>
                                        <p:cTn id="17" dur="1" fill="hold">
                                          <p:stCondLst>
                                            <p:cond delay="0"/>
                                          </p:stCondLst>
                                        </p:cTn>
                                        <p:tgtEl>
                                          <p:spTgt spid="3">
                                            <p:graphicEl>
                                              <a:dgm id="{6410C0D1-8FAF-4D07-8FAD-83ED795391D7}"/>
                                            </p:graphicEl>
                                          </p:spTgt>
                                        </p:tgtEl>
                                        <p:attrNameLst>
                                          <p:attrName>style.visibility</p:attrName>
                                        </p:attrNameLst>
                                      </p:cBhvr>
                                      <p:to>
                                        <p:strVal val="visible"/>
                                      </p:to>
                                    </p:set>
                                    <p:animEffect transition="in" filter="fade">
                                      <p:cBhvr>
                                        <p:cTn id="18" dur="500"/>
                                        <p:tgtEl>
                                          <p:spTgt spid="3">
                                            <p:graphicEl>
                                              <a:dgm id="{6410C0D1-8FAF-4D07-8FAD-83ED795391D7}"/>
                                            </p:graphicEl>
                                          </p:spTgt>
                                        </p:tgtEl>
                                      </p:cBhvr>
                                    </p:animEffect>
                                  </p:childTnLst>
                                </p:cTn>
                              </p:par>
                            </p:childTnLst>
                          </p:cTn>
                        </p:par>
                        <p:par>
                          <p:cTn id="19" fill="hold">
                            <p:stCondLst>
                              <p:cond delay="4201"/>
                            </p:stCondLst>
                            <p:childTnLst>
                              <p:par>
                                <p:cTn id="20" presetID="10" presetClass="entr" presetSubtype="0" fill="hold" grpId="0" nodeType="afterEffect">
                                  <p:stCondLst>
                                    <p:cond delay="0"/>
                                  </p:stCondLst>
                                  <p:childTnLst>
                                    <p:set>
                                      <p:cBhvr>
                                        <p:cTn id="21" dur="1" fill="hold">
                                          <p:stCondLst>
                                            <p:cond delay="0"/>
                                          </p:stCondLst>
                                        </p:cTn>
                                        <p:tgtEl>
                                          <p:spTgt spid="3">
                                            <p:graphicEl>
                                              <a:dgm id="{64A4F3CF-0D34-47C9-BFCF-7FBEAD31AF33}"/>
                                            </p:graphicEl>
                                          </p:spTgt>
                                        </p:tgtEl>
                                        <p:attrNameLst>
                                          <p:attrName>style.visibility</p:attrName>
                                        </p:attrNameLst>
                                      </p:cBhvr>
                                      <p:to>
                                        <p:strVal val="visible"/>
                                      </p:to>
                                    </p:set>
                                    <p:animEffect transition="in" filter="fade">
                                      <p:cBhvr>
                                        <p:cTn id="22" dur="500"/>
                                        <p:tgtEl>
                                          <p:spTgt spid="3">
                                            <p:graphicEl>
                                              <a:dgm id="{64A4F3CF-0D34-47C9-BFCF-7FBEAD31AF33}"/>
                                            </p:graphicEl>
                                          </p:spTgt>
                                        </p:tgtEl>
                                      </p:cBhvr>
                                    </p:animEffect>
                                  </p:childTnLst>
                                </p:cTn>
                              </p:par>
                            </p:childTnLst>
                          </p:cTn>
                        </p:par>
                        <p:par>
                          <p:cTn id="23" fill="hold">
                            <p:stCondLst>
                              <p:cond delay="4701"/>
                            </p:stCondLst>
                            <p:childTnLst>
                              <p:par>
                                <p:cTn id="24" presetID="10" presetClass="entr" presetSubtype="0" fill="hold" grpId="0" nodeType="afterEffect">
                                  <p:stCondLst>
                                    <p:cond delay="0"/>
                                  </p:stCondLst>
                                  <p:childTnLst>
                                    <p:set>
                                      <p:cBhvr>
                                        <p:cTn id="25" dur="1" fill="hold">
                                          <p:stCondLst>
                                            <p:cond delay="0"/>
                                          </p:stCondLst>
                                        </p:cTn>
                                        <p:tgtEl>
                                          <p:spTgt spid="3">
                                            <p:graphicEl>
                                              <a:dgm id="{B5CABA1C-2A11-4E06-9CA9-17D1CEF98BD3}"/>
                                            </p:graphicEl>
                                          </p:spTgt>
                                        </p:tgtEl>
                                        <p:attrNameLst>
                                          <p:attrName>style.visibility</p:attrName>
                                        </p:attrNameLst>
                                      </p:cBhvr>
                                      <p:to>
                                        <p:strVal val="visible"/>
                                      </p:to>
                                    </p:set>
                                    <p:animEffect transition="in" filter="fade">
                                      <p:cBhvr>
                                        <p:cTn id="26" dur="500"/>
                                        <p:tgtEl>
                                          <p:spTgt spid="3">
                                            <p:graphicEl>
                                              <a:dgm id="{B5CABA1C-2A11-4E06-9CA9-17D1CEF98BD3}"/>
                                            </p:graphicEl>
                                          </p:spTgt>
                                        </p:tgtEl>
                                      </p:cBhvr>
                                    </p:animEffect>
                                  </p:childTnLst>
                                </p:cTn>
                              </p:par>
                            </p:childTnLst>
                          </p:cTn>
                        </p:par>
                        <p:par>
                          <p:cTn id="27" fill="hold">
                            <p:stCondLst>
                              <p:cond delay="5201"/>
                            </p:stCondLst>
                            <p:childTnLst>
                              <p:par>
                                <p:cTn id="28" presetID="10" presetClass="entr" presetSubtype="0" fill="hold" grpId="0" nodeType="afterEffect">
                                  <p:stCondLst>
                                    <p:cond delay="0"/>
                                  </p:stCondLst>
                                  <p:childTnLst>
                                    <p:set>
                                      <p:cBhvr>
                                        <p:cTn id="29" dur="1" fill="hold">
                                          <p:stCondLst>
                                            <p:cond delay="0"/>
                                          </p:stCondLst>
                                        </p:cTn>
                                        <p:tgtEl>
                                          <p:spTgt spid="3">
                                            <p:graphicEl>
                                              <a:dgm id="{F3182CFF-5865-41B2-9275-BF430ADDDCD4}"/>
                                            </p:graphicEl>
                                          </p:spTgt>
                                        </p:tgtEl>
                                        <p:attrNameLst>
                                          <p:attrName>style.visibility</p:attrName>
                                        </p:attrNameLst>
                                      </p:cBhvr>
                                      <p:to>
                                        <p:strVal val="visible"/>
                                      </p:to>
                                    </p:set>
                                    <p:animEffect transition="in" filter="fade">
                                      <p:cBhvr>
                                        <p:cTn id="30" dur="500"/>
                                        <p:tgtEl>
                                          <p:spTgt spid="3">
                                            <p:graphicEl>
                                              <a:dgm id="{F3182CFF-5865-41B2-9275-BF430ADDDCD4}"/>
                                            </p:graphicEl>
                                          </p:spTgt>
                                        </p:tgtEl>
                                      </p:cBhvr>
                                    </p:animEffect>
                                  </p:childTnLst>
                                </p:cTn>
                              </p:par>
                            </p:childTnLst>
                          </p:cTn>
                        </p:par>
                        <p:par>
                          <p:cTn id="31" fill="hold">
                            <p:stCondLst>
                              <p:cond delay="5701"/>
                            </p:stCondLst>
                            <p:childTnLst>
                              <p:par>
                                <p:cTn id="32" presetID="10" presetClass="entr" presetSubtype="0" fill="hold" grpId="0" nodeType="afterEffect">
                                  <p:stCondLst>
                                    <p:cond delay="0"/>
                                  </p:stCondLst>
                                  <p:childTnLst>
                                    <p:set>
                                      <p:cBhvr>
                                        <p:cTn id="33" dur="1" fill="hold">
                                          <p:stCondLst>
                                            <p:cond delay="0"/>
                                          </p:stCondLst>
                                        </p:cTn>
                                        <p:tgtEl>
                                          <p:spTgt spid="3">
                                            <p:graphicEl>
                                              <a:dgm id="{C6D8B595-421B-46C5-ABD7-74F6209F87BC}"/>
                                            </p:graphicEl>
                                          </p:spTgt>
                                        </p:tgtEl>
                                        <p:attrNameLst>
                                          <p:attrName>style.visibility</p:attrName>
                                        </p:attrNameLst>
                                      </p:cBhvr>
                                      <p:to>
                                        <p:strVal val="visible"/>
                                      </p:to>
                                    </p:set>
                                    <p:animEffect transition="in" filter="fade">
                                      <p:cBhvr>
                                        <p:cTn id="34" dur="500"/>
                                        <p:tgtEl>
                                          <p:spTgt spid="3">
                                            <p:graphicEl>
                                              <a:dgm id="{C6D8B595-421B-46C5-ABD7-74F6209F87BC}"/>
                                            </p:graphicEl>
                                          </p:spTgt>
                                        </p:tgtEl>
                                      </p:cBhvr>
                                    </p:animEffect>
                                  </p:childTnLst>
                                </p:cTn>
                              </p:par>
                            </p:childTnLst>
                          </p:cTn>
                        </p:par>
                        <p:par>
                          <p:cTn id="35" fill="hold">
                            <p:stCondLst>
                              <p:cond delay="6201"/>
                            </p:stCondLst>
                            <p:childTnLst>
                              <p:par>
                                <p:cTn id="36" presetID="1" presetClass="entr" presetSubtype="0" fill="hold" grpId="0" nodeType="afterEffect">
                                  <p:stCondLst>
                                    <p:cond delay="0"/>
                                  </p:stCondLst>
                                  <p:iterate type="wd">
                                    <p:tmAbs val="100"/>
                                  </p:iterate>
                                  <p:childTnLst>
                                    <p:set>
                                      <p:cBhvr>
                                        <p:cTn id="3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Graphic spid="3" grpId="0">
        <p:bldSub>
          <a:bldDgm bld="lvlOne"/>
        </p:bldSub>
      </p:bldGraphic>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25335" y="325200"/>
            <a:ext cx="1093315"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2" name="Google Shape;334;p36">
            <a:extLst>
              <a:ext uri="{FF2B5EF4-FFF2-40B4-BE49-F238E27FC236}">
                <a16:creationId xmlns:a16="http://schemas.microsoft.com/office/drawing/2014/main" id="{1E0A2292-B395-92B0-9442-6238493F25D9}"/>
              </a:ext>
            </a:extLst>
          </p:cNvPr>
          <p:cNvSpPr txBox="1">
            <a:spLocks/>
          </p:cNvSpPr>
          <p:nvPr/>
        </p:nvSpPr>
        <p:spPr>
          <a:xfrm>
            <a:off x="790716" y="1282279"/>
            <a:ext cx="7717550" cy="468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rgbClr val="191919"/>
              </a:buClr>
              <a:buSzPts val="5200"/>
              <a:buFont typeface="Be Vietnam Pro"/>
              <a:buNone/>
              <a:defRPr sz="2800" b="1" i="0" u="none" strike="noStrike" cap="none">
                <a:solidFill>
                  <a:schemeClr val="dk1"/>
                </a:solidFill>
                <a:latin typeface="Be Vietnam Pro"/>
                <a:ea typeface="Be Vietnam Pro"/>
                <a:cs typeface="Be Vietnam Pro"/>
                <a:sym typeface="Be Vietnam Pro"/>
              </a:defRPr>
            </a:lvl1pPr>
            <a:lvl2pPr marR="0" lvl="1"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2pPr>
            <a:lvl3pPr marR="0" lvl="2"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3pPr>
            <a:lvl4pPr marR="0" lvl="3"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4pPr>
            <a:lvl5pPr marR="0" lvl="4"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5pPr>
            <a:lvl6pPr marR="0" lvl="5"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6pPr>
            <a:lvl7pPr marR="0" lvl="6"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7pPr>
            <a:lvl8pPr marR="0" lvl="7"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8pPr>
            <a:lvl9pPr marR="0" lvl="8" algn="ctr" rtl="0">
              <a:lnSpc>
                <a:spcPct val="100000"/>
              </a:lnSpc>
              <a:spcBef>
                <a:spcPts val="0"/>
              </a:spcBef>
              <a:spcAft>
                <a:spcPts val="0"/>
              </a:spcAft>
              <a:buClr>
                <a:srgbClr val="191919"/>
              </a:buClr>
              <a:buSzPts val="5200"/>
              <a:buFont typeface="Be Vietnam Pro"/>
              <a:buNone/>
              <a:defRPr sz="5200" b="1" i="0" u="none" strike="noStrike" cap="none">
                <a:solidFill>
                  <a:srgbClr val="191919"/>
                </a:solidFill>
                <a:latin typeface="Be Vietnam Pro"/>
                <a:ea typeface="Be Vietnam Pro"/>
                <a:cs typeface="Be Vietnam Pro"/>
                <a:sym typeface="Be Vietnam Pro"/>
              </a:defRPr>
            </a:lvl9pPr>
          </a:lstStyle>
          <a:p>
            <a:r>
              <a:rPr lang="en-US" dirty="0">
                <a:solidFill>
                  <a:srgbClr val="5796FD"/>
                </a:solidFill>
              </a:rPr>
              <a:t>Understanding Consent in Data Collection</a:t>
            </a:r>
          </a:p>
        </p:txBody>
      </p:sp>
      <p:sp>
        <p:nvSpPr>
          <p:cNvPr id="3" name="TextBox 2">
            <a:extLst>
              <a:ext uri="{FF2B5EF4-FFF2-40B4-BE49-F238E27FC236}">
                <a16:creationId xmlns:a16="http://schemas.microsoft.com/office/drawing/2014/main" id="{D878C4D6-2A80-7A8F-B442-D0B1AEF6B49F}"/>
              </a:ext>
            </a:extLst>
          </p:cNvPr>
          <p:cNvSpPr txBox="1"/>
          <p:nvPr/>
        </p:nvSpPr>
        <p:spPr>
          <a:xfrm>
            <a:off x="634350" y="1686443"/>
            <a:ext cx="7873916" cy="2970044"/>
          </a:xfrm>
          <a:prstGeom prst="rect">
            <a:avLst/>
          </a:prstGeom>
          <a:noFill/>
        </p:spPr>
        <p:txBody>
          <a:bodyPr wrap="square" rtlCol="0">
            <a:spAutoFit/>
          </a:bodyPr>
          <a:lstStyle/>
          <a:p>
            <a:pPr algn="l"/>
            <a:r>
              <a:rPr lang="en-US" sz="1100" b="1" i="0" u="none" strike="noStrike" dirty="0">
                <a:solidFill>
                  <a:srgbClr val="5796FD"/>
                </a:solidFill>
                <a:effectLst/>
                <a:latin typeface="+mn-lt"/>
              </a:rPr>
              <a:t>Initial Account Set-up</a:t>
            </a:r>
            <a:r>
              <a:rPr lang="en-US" sz="1100" b="0" i="0" u="none" strike="noStrike" dirty="0">
                <a:solidFill>
                  <a:srgbClr val="5796FD"/>
                </a:solidFill>
                <a:effectLst/>
                <a:latin typeface="+mn-lt"/>
              </a:rPr>
              <a:t>: </a:t>
            </a:r>
          </a:p>
          <a:p>
            <a:pPr algn="l"/>
            <a:r>
              <a:rPr lang="en-US" sz="1100" b="0" i="0" u="none" strike="noStrike" dirty="0">
                <a:solidFill>
                  <a:srgbClr val="5796FD"/>
                </a:solidFill>
                <a:effectLst/>
                <a:latin typeface="+mn-lt"/>
              </a:rPr>
              <a:t>When users create a Google Account, they consent to Google processing their personal data, such as email and profile information.</a:t>
            </a:r>
          </a:p>
          <a:p>
            <a:pPr algn="l"/>
            <a:endParaRPr lang="en-US" sz="1100" b="0" i="0" u="none" strike="noStrike" dirty="0">
              <a:solidFill>
                <a:srgbClr val="5796FD"/>
              </a:solidFill>
              <a:effectLst/>
              <a:latin typeface="+mn-lt"/>
            </a:endParaRPr>
          </a:p>
          <a:p>
            <a:pPr algn="l"/>
            <a:r>
              <a:rPr lang="en-US" sz="1100" b="1" i="0" u="none" strike="noStrike" dirty="0">
                <a:solidFill>
                  <a:srgbClr val="5796FD"/>
                </a:solidFill>
                <a:effectLst/>
                <a:latin typeface="+mn-lt"/>
              </a:rPr>
              <a:t>Service-Specific Consent</a:t>
            </a:r>
            <a:r>
              <a:rPr lang="en-US" sz="1100" b="0" i="0" u="none" strike="noStrike" dirty="0">
                <a:solidFill>
                  <a:srgbClr val="5796FD"/>
                </a:solidFill>
                <a:effectLst/>
                <a:latin typeface="+mn-lt"/>
              </a:rPr>
              <a:t>:</a:t>
            </a:r>
          </a:p>
          <a:p>
            <a:pPr algn="l"/>
            <a:r>
              <a:rPr lang="en-US" sz="1100" b="0" i="0" u="none" strike="noStrike" dirty="0">
                <a:solidFill>
                  <a:srgbClr val="5796FD"/>
                </a:solidFill>
                <a:effectLst/>
                <a:latin typeface="+mn-lt"/>
              </a:rPr>
              <a:t>Users provide consent for Google to use their location data in Google Maps and voice data for Google Assistant through specific service settings.</a:t>
            </a:r>
          </a:p>
          <a:p>
            <a:pPr algn="l"/>
            <a:endParaRPr lang="en-US" sz="1100" b="0" i="0" u="none" strike="noStrike" dirty="0">
              <a:solidFill>
                <a:srgbClr val="5796FD"/>
              </a:solidFill>
              <a:effectLst/>
              <a:latin typeface="+mn-lt"/>
            </a:endParaRPr>
          </a:p>
          <a:p>
            <a:pPr algn="l"/>
            <a:r>
              <a:rPr lang="en-US" sz="1100" b="1" i="0" u="none" strike="noStrike" dirty="0">
                <a:solidFill>
                  <a:srgbClr val="5796FD"/>
                </a:solidFill>
                <a:effectLst/>
                <a:latin typeface="+mn-lt"/>
              </a:rPr>
              <a:t>Consent via User Settings</a:t>
            </a:r>
            <a:r>
              <a:rPr lang="en-US" sz="1100" b="0" i="0" u="none" strike="noStrike" dirty="0">
                <a:solidFill>
                  <a:srgbClr val="5796FD"/>
                </a:solidFill>
                <a:effectLst/>
                <a:latin typeface="+mn-lt"/>
              </a:rPr>
              <a:t>: </a:t>
            </a:r>
          </a:p>
          <a:p>
            <a:pPr algn="l"/>
            <a:r>
              <a:rPr lang="en-US" sz="1100" b="0" i="0" u="none" strike="noStrike" dirty="0">
                <a:solidFill>
                  <a:srgbClr val="5796FD"/>
                </a:solidFill>
                <a:effectLst/>
                <a:latin typeface="+mn-lt"/>
              </a:rPr>
              <a:t>Users can adjust their settings to manage how Google personalizes ads and tracks their location.</a:t>
            </a:r>
          </a:p>
          <a:p>
            <a:pPr algn="l"/>
            <a:endParaRPr lang="en-US" sz="1100" b="0" i="0" u="none" strike="noStrike" dirty="0">
              <a:solidFill>
                <a:srgbClr val="5796FD"/>
              </a:solidFill>
              <a:effectLst/>
              <a:latin typeface="+mn-lt"/>
            </a:endParaRPr>
          </a:p>
          <a:p>
            <a:pPr algn="l"/>
            <a:r>
              <a:rPr lang="en-US" sz="1100" b="1" i="0" u="none" strike="noStrike" dirty="0">
                <a:solidFill>
                  <a:srgbClr val="5796FD"/>
                </a:solidFill>
                <a:effectLst/>
                <a:latin typeface="+mn-lt"/>
              </a:rPr>
              <a:t>Cookie Consent Banners</a:t>
            </a:r>
            <a:r>
              <a:rPr lang="en-US" sz="1100" b="0" i="0" u="none" strike="noStrike" dirty="0">
                <a:solidFill>
                  <a:srgbClr val="5796FD"/>
                </a:solidFill>
                <a:effectLst/>
                <a:latin typeface="+mn-lt"/>
              </a:rPr>
              <a:t>: </a:t>
            </a:r>
          </a:p>
          <a:p>
            <a:pPr algn="l"/>
            <a:r>
              <a:rPr lang="en-US" sz="1100" b="0" i="0" u="none" strike="noStrike" dirty="0">
                <a:solidFill>
                  <a:srgbClr val="5796FD"/>
                </a:solidFill>
                <a:effectLst/>
                <a:latin typeface="+mn-lt"/>
              </a:rPr>
              <a:t>Websites use banners to inform visitors about the use of cookies for personalized ads and to obtain consent.</a:t>
            </a:r>
          </a:p>
          <a:p>
            <a:pPr algn="l"/>
            <a:endParaRPr lang="en-US" sz="1100" b="0" i="0" u="none" strike="noStrike" dirty="0">
              <a:solidFill>
                <a:srgbClr val="5796FD"/>
              </a:solidFill>
              <a:effectLst/>
              <a:latin typeface="+mn-lt"/>
            </a:endParaRPr>
          </a:p>
          <a:p>
            <a:pPr algn="l"/>
            <a:r>
              <a:rPr lang="en-US" sz="1100" b="1" i="0" u="none" strike="noStrike" dirty="0">
                <a:solidFill>
                  <a:srgbClr val="5796FD"/>
                </a:solidFill>
                <a:effectLst/>
                <a:latin typeface="+mn-lt"/>
              </a:rPr>
              <a:t>Implicit Consent through Usage</a:t>
            </a:r>
            <a:r>
              <a:rPr lang="en-US" sz="1100" b="0" i="0" u="none" strike="noStrike" dirty="0">
                <a:solidFill>
                  <a:srgbClr val="5796FD"/>
                </a:solidFill>
                <a:effectLst/>
                <a:latin typeface="+mn-lt"/>
              </a:rPr>
              <a:t>: </a:t>
            </a:r>
          </a:p>
          <a:p>
            <a:pPr algn="l"/>
            <a:r>
              <a:rPr lang="en-US" sz="1100" b="0" i="0" u="none" strike="noStrike" dirty="0">
                <a:solidFill>
                  <a:srgbClr val="5796FD"/>
                </a:solidFill>
                <a:effectLst/>
                <a:latin typeface="+mn-lt"/>
              </a:rPr>
              <a:t>By continuing to use Google services after being notified of updated terms, users implicitly agree to the updated policies.</a:t>
            </a:r>
          </a:p>
          <a:p>
            <a:pPr lvl="0" algn="l" rtl="0">
              <a:spcBef>
                <a:spcPts val="0"/>
              </a:spcBef>
              <a:spcAft>
                <a:spcPts val="0"/>
              </a:spcAft>
            </a:pPr>
            <a:endParaRPr lang="en-US" sz="1100" dirty="0">
              <a:solidFill>
                <a:srgbClr val="5796FD"/>
              </a:solidFill>
              <a:latin typeface="+mn-lt"/>
            </a:endParaRPr>
          </a:p>
        </p:txBody>
      </p:sp>
    </p:spTree>
    <p:extLst>
      <p:ext uri="{BB962C8B-B14F-4D97-AF65-F5344CB8AC3E}">
        <p14:creationId xmlns:p14="http://schemas.microsoft.com/office/powerpoint/2010/main" val="21189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0"/>
                                  </p:iterate>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35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18612" y="325200"/>
            <a:ext cx="1100038"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13225" y="1375442"/>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4286F5"/>
                </a:solidFill>
              </a:rPr>
              <a:t>Adhering to Legal Compliance and Data Disclosure</a:t>
            </a:r>
            <a:endParaRPr dirty="0">
              <a:solidFill>
                <a:srgbClr val="4286F5"/>
              </a:solidFill>
            </a:endParaRPr>
          </a:p>
        </p:txBody>
      </p:sp>
      <p:sp>
        <p:nvSpPr>
          <p:cNvPr id="2" name="TextBox 1">
            <a:extLst>
              <a:ext uri="{FF2B5EF4-FFF2-40B4-BE49-F238E27FC236}">
                <a16:creationId xmlns:a16="http://schemas.microsoft.com/office/drawing/2014/main" id="{1A522E3F-5340-86DE-413D-B2EE0C04FF65}"/>
              </a:ext>
            </a:extLst>
          </p:cNvPr>
          <p:cNvSpPr txBox="1"/>
          <p:nvPr/>
        </p:nvSpPr>
        <p:spPr>
          <a:xfrm>
            <a:off x="565984" y="1843742"/>
            <a:ext cx="8012032" cy="2677656"/>
          </a:xfrm>
          <a:prstGeom prst="rect">
            <a:avLst/>
          </a:prstGeom>
          <a:noFill/>
        </p:spPr>
        <p:txBody>
          <a:bodyPr wrap="square" rtlCol="0">
            <a:spAutoFit/>
          </a:bodyPr>
          <a:lstStyle/>
          <a:p>
            <a:pPr algn="l"/>
            <a:r>
              <a:rPr lang="en-US" b="1" i="0" u="none" strike="noStrike" dirty="0">
                <a:solidFill>
                  <a:srgbClr val="5796FD"/>
                </a:solidFill>
                <a:effectLst/>
                <a:latin typeface="+mn-lt"/>
              </a:rPr>
              <a:t>Safeguarding user data:</a:t>
            </a:r>
            <a:br>
              <a:rPr lang="en-US" b="0" i="0" u="none" strike="noStrike" dirty="0">
                <a:solidFill>
                  <a:srgbClr val="5796FD"/>
                </a:solidFill>
                <a:effectLst/>
                <a:latin typeface="+mn-lt"/>
              </a:rPr>
            </a:br>
            <a:r>
              <a:rPr lang="en-US" b="0" i="0" u="none" strike="noStrike" dirty="0">
                <a:solidFill>
                  <a:srgbClr val="5796FD"/>
                </a:solidFill>
                <a:effectLst/>
                <a:latin typeface="+mn-lt"/>
              </a:rPr>
              <a:t>Google implements strong security measures to protect user information, including encryption and various security features like Safe Browsing and 2-Step Verification.</a:t>
            </a:r>
          </a:p>
          <a:p>
            <a:pPr algn="l"/>
            <a:endParaRPr lang="en-US" b="0" i="0" u="none" strike="noStrike" dirty="0">
              <a:solidFill>
                <a:srgbClr val="5796FD"/>
              </a:solidFill>
              <a:effectLst/>
              <a:latin typeface="+mn-lt"/>
            </a:endParaRPr>
          </a:p>
          <a:p>
            <a:pPr algn="l"/>
            <a:r>
              <a:rPr lang="en-US" b="1" i="0" u="none" strike="noStrike" dirty="0">
                <a:solidFill>
                  <a:srgbClr val="5796FD"/>
                </a:solidFill>
                <a:effectLst/>
                <a:latin typeface="+mn-lt"/>
              </a:rPr>
              <a:t>Transparency Report: </a:t>
            </a:r>
            <a:br>
              <a:rPr lang="en-US" b="0" i="0" u="none" strike="noStrike" dirty="0">
                <a:solidFill>
                  <a:srgbClr val="5796FD"/>
                </a:solidFill>
                <a:effectLst/>
                <a:latin typeface="+mn-lt"/>
              </a:rPr>
            </a:br>
            <a:r>
              <a:rPr lang="en-US" b="0" i="0" u="none" strike="noStrike" dirty="0">
                <a:solidFill>
                  <a:srgbClr val="5796FD"/>
                </a:solidFill>
                <a:effectLst/>
                <a:latin typeface="+mn-lt"/>
              </a:rPr>
              <a:t>Google publishes a Transparency Report detailing the number and types of legal requests for user data it receives from governments worldwide.</a:t>
            </a:r>
          </a:p>
          <a:p>
            <a:pPr algn="l"/>
            <a:endParaRPr lang="en-US" b="0" i="0" u="none" strike="noStrike" dirty="0">
              <a:solidFill>
                <a:srgbClr val="5796FD"/>
              </a:solidFill>
              <a:effectLst/>
              <a:latin typeface="+mn-lt"/>
            </a:endParaRPr>
          </a:p>
          <a:p>
            <a:pPr algn="l"/>
            <a:r>
              <a:rPr lang="en-US" b="1" i="0" u="none" strike="noStrike" dirty="0">
                <a:solidFill>
                  <a:srgbClr val="5796FD"/>
                </a:solidFill>
                <a:effectLst/>
                <a:latin typeface="+mn-lt"/>
              </a:rPr>
              <a:t>Compliance procedures:</a:t>
            </a:r>
            <a:r>
              <a:rPr lang="en-US" b="0" i="0" u="none" strike="noStrike" dirty="0">
                <a:solidFill>
                  <a:srgbClr val="5796FD"/>
                </a:solidFill>
                <a:effectLst/>
                <a:latin typeface="+mn-lt"/>
              </a:rPr>
              <a:t> </a:t>
            </a:r>
            <a:br>
              <a:rPr lang="en-US" b="0" i="0" u="none" strike="noStrike" dirty="0">
                <a:solidFill>
                  <a:srgbClr val="5796FD"/>
                </a:solidFill>
                <a:effectLst/>
                <a:latin typeface="+mn-lt"/>
              </a:rPr>
            </a:br>
            <a:r>
              <a:rPr lang="en-US" b="0" i="0" u="none" strike="noStrike" dirty="0">
                <a:solidFill>
                  <a:srgbClr val="5796FD"/>
                </a:solidFill>
                <a:effectLst/>
                <a:latin typeface="+mn-lt"/>
              </a:rPr>
              <a:t>Google adheres to data protection laws and frameworks, reviewing and updating its practices to ensure compliance with regulations.</a:t>
            </a:r>
            <a:br>
              <a:rPr lang="en-US" b="0" i="0" u="none" strike="noStrike" dirty="0">
                <a:solidFill>
                  <a:srgbClr val="5796FD"/>
                </a:solidFill>
                <a:effectLst/>
                <a:latin typeface="+mn-lt"/>
              </a:rPr>
            </a:br>
            <a:endParaRPr lang="en-US" b="0" i="0" u="none" strike="noStrike" dirty="0">
              <a:solidFill>
                <a:srgbClr val="5796FD"/>
              </a:solidFill>
              <a:effectLst/>
              <a:latin typeface="+mn-lt"/>
            </a:endParaRPr>
          </a:p>
        </p:txBody>
      </p:sp>
    </p:spTree>
    <p:extLst>
      <p:ext uri="{BB962C8B-B14F-4D97-AF65-F5344CB8AC3E}">
        <p14:creationId xmlns:p14="http://schemas.microsoft.com/office/powerpoint/2010/main" val="58457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334"/>
                                        </p:tgtEl>
                                        <p:attrNameLst>
                                          <p:attrName>style.visibility</p:attrName>
                                        </p:attrNameLst>
                                      </p:cBhvr>
                                      <p:to>
                                        <p:strVal val="visible"/>
                                      </p:to>
                                    </p:set>
                                  </p:childTnLst>
                                </p:cTn>
                              </p:par>
                            </p:childTnLst>
                          </p:cTn>
                        </p:par>
                        <p:par>
                          <p:cTn id="7" fill="hold">
                            <p:stCondLst>
                              <p:cond delay="41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a:hlinkClick r:id="rId3" action="ppaction://hlinksldjump"/>
          </p:cNvPr>
          <p:cNvSpPr/>
          <p:nvPr/>
        </p:nvSpPr>
        <p:spPr>
          <a:xfrm>
            <a:off x="7718612" y="325200"/>
            <a:ext cx="1100038"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06" name="Google Shape;306;p36">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07" name="Google Shape;307;p36">
            <a:hlinkClick r:id="rId5" action="ppaction://hlinksldjump"/>
          </p:cNvPr>
          <p:cNvSpPr/>
          <p:nvPr/>
        </p:nvSpPr>
        <p:spPr>
          <a:xfrm>
            <a:off x="2213575"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Data</a:t>
            </a:r>
            <a:endParaRPr sz="1200" b="1" dirty="0">
              <a:solidFill>
                <a:schemeClr val="accent4"/>
              </a:solidFill>
              <a:latin typeface="Be Vietnam Pro"/>
              <a:ea typeface="Be Vietnam Pro"/>
              <a:cs typeface="Be Vietnam Pro"/>
              <a:sym typeface="Be Vietnam Pro"/>
            </a:endParaRPr>
          </a:p>
        </p:txBody>
      </p:sp>
      <p:sp>
        <p:nvSpPr>
          <p:cNvPr id="308" name="Google Shape;308;p36">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09" name="Google Shape;309;p36">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10" name="Google Shape;310;p36">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11" name="Google Shape;311;p36">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12" name="Google Shape;312;p36">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13" name="Google Shape;313;p36"/>
          <p:cNvGrpSpPr/>
          <p:nvPr/>
        </p:nvGrpSpPr>
        <p:grpSpPr>
          <a:xfrm>
            <a:off x="494850" y="447775"/>
            <a:ext cx="591732" cy="139500"/>
            <a:chOff x="494850" y="447775"/>
            <a:chExt cx="591732" cy="139500"/>
          </a:xfrm>
        </p:grpSpPr>
        <p:sp>
          <p:nvSpPr>
            <p:cNvPr id="314" name="Google Shape;314;p36"/>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6"/>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6"/>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7" name="Google Shape;317;p36"/>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334" name="Google Shape;334;p36"/>
          <p:cNvSpPr txBox="1">
            <a:spLocks noGrp="1"/>
          </p:cNvSpPr>
          <p:nvPr>
            <p:ph type="ctrTitle"/>
          </p:nvPr>
        </p:nvSpPr>
        <p:spPr>
          <a:xfrm>
            <a:off x="713225" y="1375442"/>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4286F5"/>
                </a:solidFill>
              </a:rPr>
              <a:t>Adhering to Legal Compliance and Data Disclosure</a:t>
            </a:r>
            <a:endParaRPr dirty="0">
              <a:solidFill>
                <a:srgbClr val="4286F5"/>
              </a:solidFill>
            </a:endParaRPr>
          </a:p>
        </p:txBody>
      </p:sp>
      <p:sp>
        <p:nvSpPr>
          <p:cNvPr id="2" name="TextBox 1">
            <a:extLst>
              <a:ext uri="{FF2B5EF4-FFF2-40B4-BE49-F238E27FC236}">
                <a16:creationId xmlns:a16="http://schemas.microsoft.com/office/drawing/2014/main" id="{1A522E3F-5340-86DE-413D-B2EE0C04FF65}"/>
              </a:ext>
            </a:extLst>
          </p:cNvPr>
          <p:cNvSpPr txBox="1"/>
          <p:nvPr/>
        </p:nvSpPr>
        <p:spPr>
          <a:xfrm>
            <a:off x="565984" y="1843742"/>
            <a:ext cx="8012032" cy="2246769"/>
          </a:xfrm>
          <a:prstGeom prst="rect">
            <a:avLst/>
          </a:prstGeom>
          <a:noFill/>
        </p:spPr>
        <p:txBody>
          <a:bodyPr wrap="square" rtlCol="0">
            <a:spAutoFit/>
          </a:bodyPr>
          <a:lstStyle/>
          <a:p>
            <a:pPr algn="l"/>
            <a:r>
              <a:rPr lang="en-US" b="1" i="0" u="none" strike="noStrike" dirty="0">
                <a:solidFill>
                  <a:srgbClr val="5796FD"/>
                </a:solidFill>
                <a:effectLst/>
                <a:latin typeface="+mn-lt"/>
              </a:rPr>
              <a:t>Handling of legal requests: </a:t>
            </a:r>
          </a:p>
          <a:p>
            <a:pPr algn="l"/>
            <a:r>
              <a:rPr lang="en-US" b="0" i="0" u="none" strike="noStrike" dirty="0">
                <a:solidFill>
                  <a:srgbClr val="5796FD"/>
                </a:solidFill>
                <a:effectLst/>
                <a:latin typeface="+mn-lt"/>
              </a:rPr>
              <a:t>Google has a legal process in place for handling government requests that involve reviewing each request to ensure it adheres to the law and the company's policies.</a:t>
            </a:r>
          </a:p>
          <a:p>
            <a:pPr algn="l"/>
            <a:endParaRPr lang="en-US" b="0" i="0" u="none" strike="noStrike" dirty="0">
              <a:solidFill>
                <a:srgbClr val="5796FD"/>
              </a:solidFill>
              <a:effectLst/>
              <a:latin typeface="+mn-lt"/>
            </a:endParaRPr>
          </a:p>
          <a:p>
            <a:pPr algn="l"/>
            <a:r>
              <a:rPr lang="en-US" b="1" i="0" u="none" strike="noStrike" dirty="0">
                <a:solidFill>
                  <a:srgbClr val="5796FD"/>
                </a:solidFill>
                <a:effectLst/>
                <a:latin typeface="+mn-lt"/>
              </a:rPr>
              <a:t>Types of legal requests: </a:t>
            </a:r>
          </a:p>
          <a:p>
            <a:pPr algn="l"/>
            <a:r>
              <a:rPr lang="en-US" b="0" i="0" u="none" strike="noStrike" dirty="0">
                <a:solidFill>
                  <a:srgbClr val="5796FD"/>
                </a:solidFill>
                <a:effectLst/>
                <a:latin typeface="+mn-lt"/>
              </a:rPr>
              <a:t>The types include requests for user information in legal proceedings, and Google may share data if it has a good faith belief that access, use, preservation, or disclosure of the information is reasonably necessary to satisfy any applicable law, regulation, legal process, or enforceable governmental request.</a:t>
            </a:r>
          </a:p>
          <a:p>
            <a:pPr algn="l"/>
            <a:endParaRPr lang="en-US" b="0" i="0" u="none" strike="noStrike" dirty="0">
              <a:solidFill>
                <a:srgbClr val="5796FD"/>
              </a:solidFill>
              <a:effectLst/>
              <a:latin typeface="+mn-lt"/>
            </a:endParaRPr>
          </a:p>
        </p:txBody>
      </p:sp>
    </p:spTree>
    <p:extLst>
      <p:ext uri="{BB962C8B-B14F-4D97-AF65-F5344CB8AC3E}">
        <p14:creationId xmlns:p14="http://schemas.microsoft.com/office/powerpoint/2010/main" val="128782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100"/>
                                  </p:iterate>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7">
            <a:hlinkClick r:id="rId3" action="ppaction://hlinksldjump"/>
          </p:cNvPr>
          <p:cNvSpPr/>
          <p:nvPr/>
        </p:nvSpPr>
        <p:spPr>
          <a:xfrm>
            <a:off x="7691718" y="325200"/>
            <a:ext cx="1126932"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40" name="Google Shape;340;p37">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41" name="Google Shape;341;p37">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342" name="Google Shape;342;p37">
            <a:hlinkClick r:id="rId6" action="ppaction://hlinksldjump"/>
          </p:cNvPr>
          <p:cNvSpPr/>
          <p:nvPr/>
        </p:nvSpPr>
        <p:spPr>
          <a:xfrm>
            <a:off x="31569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1"/>
                </a:solidFill>
                <a:latin typeface="Be Vietnam Pro"/>
                <a:ea typeface="Be Vietnam Pro"/>
                <a:cs typeface="Be Vietnam Pro"/>
                <a:sym typeface="Be Vietnam Pro"/>
              </a:rPr>
              <a:t>Cookies</a:t>
            </a:r>
          </a:p>
        </p:txBody>
      </p:sp>
      <p:sp>
        <p:nvSpPr>
          <p:cNvPr id="343" name="Google Shape;343;p37">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44" name="Google Shape;344;p37">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345" name="Google Shape;345;p37">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46" name="Google Shape;346;p37">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47" name="Google Shape;347;p37"/>
          <p:cNvGrpSpPr/>
          <p:nvPr/>
        </p:nvGrpSpPr>
        <p:grpSpPr>
          <a:xfrm>
            <a:off x="494850" y="447775"/>
            <a:ext cx="591732" cy="139500"/>
            <a:chOff x="494850" y="447775"/>
            <a:chExt cx="591732" cy="139500"/>
          </a:xfrm>
        </p:grpSpPr>
        <p:sp>
          <p:nvSpPr>
            <p:cNvPr id="348" name="Google Shape;348;p37"/>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7"/>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7"/>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1" name="Google Shape;351;p37"/>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8" name="Google Shape;334;p36">
            <a:extLst>
              <a:ext uri="{FF2B5EF4-FFF2-40B4-BE49-F238E27FC236}">
                <a16:creationId xmlns:a16="http://schemas.microsoft.com/office/drawing/2014/main" id="{749A657F-3EB1-8FB5-FB21-4D016D489D15}"/>
              </a:ext>
            </a:extLst>
          </p:cNvPr>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EA4335"/>
                </a:solidFill>
              </a:rPr>
              <a:t>Role of Cookies </a:t>
            </a:r>
            <a:endParaRPr dirty="0">
              <a:solidFill>
                <a:srgbClr val="EA4335"/>
              </a:solidFill>
            </a:endParaRPr>
          </a:p>
        </p:txBody>
      </p:sp>
      <p:sp>
        <p:nvSpPr>
          <p:cNvPr id="2" name="TextBox 1">
            <a:extLst>
              <a:ext uri="{FF2B5EF4-FFF2-40B4-BE49-F238E27FC236}">
                <a16:creationId xmlns:a16="http://schemas.microsoft.com/office/drawing/2014/main" id="{A6D43DD1-2131-D659-0A7C-4A260823F056}"/>
              </a:ext>
            </a:extLst>
          </p:cNvPr>
          <p:cNvSpPr txBox="1"/>
          <p:nvPr/>
        </p:nvSpPr>
        <p:spPr>
          <a:xfrm>
            <a:off x="713225" y="1409075"/>
            <a:ext cx="7319993" cy="3539430"/>
          </a:xfrm>
          <a:prstGeom prst="rect">
            <a:avLst/>
          </a:prstGeom>
          <a:noFill/>
        </p:spPr>
        <p:txBody>
          <a:bodyPr wrap="square" rtlCol="0">
            <a:spAutoFit/>
          </a:bodyPr>
          <a:lstStyle/>
          <a:p>
            <a:pPr algn="l"/>
            <a:r>
              <a:rPr lang="en-US" b="1" i="0" u="none" strike="noStrike" dirty="0">
                <a:solidFill>
                  <a:srgbClr val="FF0000"/>
                </a:solidFill>
                <a:effectLst/>
                <a:latin typeface="+mn-lt"/>
              </a:rPr>
              <a:t>Function of </a:t>
            </a:r>
            <a:r>
              <a:rPr lang="en-US" b="1" dirty="0">
                <a:solidFill>
                  <a:srgbClr val="FF0000"/>
                </a:solidFill>
                <a:latin typeface="+mn-lt"/>
              </a:rPr>
              <a:t>Cookies:</a:t>
            </a:r>
            <a:br>
              <a:rPr lang="en-US" dirty="0">
                <a:solidFill>
                  <a:srgbClr val="FF0000"/>
                </a:solidFill>
                <a:latin typeface="+mn-lt"/>
              </a:rPr>
            </a:br>
            <a:r>
              <a:rPr lang="en-US" b="0" i="0" u="none" strike="noStrike" dirty="0">
                <a:solidFill>
                  <a:srgbClr val="FF0000"/>
                </a:solidFill>
                <a:effectLst/>
                <a:latin typeface="+mn-lt"/>
              </a:rPr>
              <a:t>Google uses cookies to save user settings, improve reliability, and deliver services expected by users, such as language preferences.</a:t>
            </a:r>
          </a:p>
          <a:p>
            <a:pPr algn="l"/>
            <a:endParaRPr lang="en-US" dirty="0">
              <a:solidFill>
                <a:srgbClr val="FF0000"/>
              </a:solidFill>
              <a:latin typeface="+mn-lt"/>
            </a:endParaRPr>
          </a:p>
          <a:p>
            <a:pPr algn="l"/>
            <a:r>
              <a:rPr lang="en-US" b="1" dirty="0">
                <a:solidFill>
                  <a:srgbClr val="FF0000"/>
                </a:solidFill>
                <a:latin typeface="+mn-lt"/>
              </a:rPr>
              <a:t>Data collection through Cookies:</a:t>
            </a:r>
            <a:endParaRPr lang="en-US" b="1" i="0" u="none" strike="noStrike" dirty="0">
              <a:solidFill>
                <a:srgbClr val="FF0000"/>
              </a:solidFill>
              <a:effectLst/>
              <a:latin typeface="+mn-lt"/>
            </a:endParaRPr>
          </a:p>
          <a:p>
            <a:pPr algn="l"/>
            <a:r>
              <a:rPr lang="en-US" b="0" i="0" u="none" strike="noStrike" dirty="0">
                <a:solidFill>
                  <a:srgbClr val="FF0000"/>
                </a:solidFill>
                <a:effectLst/>
                <a:latin typeface="+mn-lt"/>
              </a:rPr>
              <a:t>Cookies contribute to enhancing service functionality, like maintaining sign-in status and delivering content tailored to interests.</a:t>
            </a:r>
          </a:p>
          <a:p>
            <a:pPr algn="l"/>
            <a:endParaRPr lang="en-US" dirty="0">
              <a:solidFill>
                <a:srgbClr val="FF0000"/>
              </a:solidFill>
              <a:latin typeface="+mn-lt"/>
            </a:endParaRPr>
          </a:p>
          <a:p>
            <a:pPr algn="l"/>
            <a:r>
              <a:rPr lang="en-US" b="1" dirty="0">
                <a:solidFill>
                  <a:srgbClr val="FF0000"/>
                </a:solidFill>
                <a:latin typeface="+mn-lt"/>
              </a:rPr>
              <a:t>Purposes of using Cookies:</a:t>
            </a:r>
            <a:endParaRPr lang="en-US" b="1" i="0" u="none" strike="noStrike" dirty="0">
              <a:solidFill>
                <a:srgbClr val="FF0000"/>
              </a:solidFill>
              <a:effectLst/>
              <a:latin typeface="+mn-lt"/>
            </a:endParaRPr>
          </a:p>
          <a:p>
            <a:pPr algn="l"/>
            <a:r>
              <a:rPr lang="en-US" b="0" i="0" u="none" strike="noStrike" dirty="0">
                <a:solidFill>
                  <a:srgbClr val="FF0000"/>
                </a:solidFill>
                <a:effectLst/>
                <a:latin typeface="+mn-lt"/>
              </a:rPr>
              <a:t>Google offers users detailed controls over their cookie settings, including disabling them entirely, although this might affect the functionality of services.</a:t>
            </a:r>
            <a:br>
              <a:rPr lang="en-US" b="0" i="0" u="none" strike="noStrike" dirty="0">
                <a:solidFill>
                  <a:srgbClr val="FF0000"/>
                </a:solidFill>
                <a:effectLst/>
                <a:latin typeface="+mn-lt"/>
              </a:rPr>
            </a:br>
            <a:br>
              <a:rPr lang="en-US" b="0" i="0" u="none" strike="noStrike" dirty="0">
                <a:solidFill>
                  <a:srgbClr val="FF0000"/>
                </a:solidFill>
                <a:effectLst/>
                <a:latin typeface="+mn-lt"/>
              </a:rPr>
            </a:br>
            <a:r>
              <a:rPr lang="en-US" b="1" i="0" u="none" strike="noStrike" dirty="0">
                <a:solidFill>
                  <a:srgbClr val="FF0000"/>
                </a:solidFill>
                <a:effectLst/>
                <a:latin typeface="+mn-lt"/>
              </a:rPr>
              <a:t>User Control and Privacy:</a:t>
            </a:r>
            <a:endParaRPr lang="en-US" b="0" i="0" u="none" strike="noStrike" dirty="0">
              <a:solidFill>
                <a:srgbClr val="FF0000"/>
              </a:solidFill>
              <a:effectLst/>
              <a:latin typeface="+mn-lt"/>
            </a:endParaRPr>
          </a:p>
          <a:p>
            <a:pPr algn="l"/>
            <a:r>
              <a:rPr lang="en-US" b="0" i="0" u="none" strike="noStrike" dirty="0">
                <a:solidFill>
                  <a:srgbClr val="FF0000"/>
                </a:solidFill>
                <a:effectLst/>
                <a:latin typeface="+mn-lt"/>
              </a:rPr>
              <a:t>Transparency about cookie usage is part of Google's commitment, and they ensure users are informed about why cookies are necessary and how they can manage them.</a:t>
            </a:r>
          </a:p>
          <a:p>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12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9">
            <a:hlinkClick r:id="rId3" action="ppaction://hlinksldjump"/>
          </p:cNvPr>
          <p:cNvSpPr/>
          <p:nvPr/>
        </p:nvSpPr>
        <p:spPr>
          <a:xfrm>
            <a:off x="7691718" y="325200"/>
            <a:ext cx="1126932"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05" name="Google Shape;405;p39">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06" name="Google Shape;406;p39">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07" name="Google Shape;407;p39">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08" name="Google Shape;408;p39">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09" name="Google Shape;409;p39">
            <a:hlinkClick r:id="rId8" action="ppaction://hlinksldjump"/>
          </p:cNvPr>
          <p:cNvSpPr/>
          <p:nvPr/>
        </p:nvSpPr>
        <p:spPr>
          <a:xfrm>
            <a:off x="40150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3"/>
                </a:solidFill>
                <a:latin typeface="Be Vietnam Pro"/>
                <a:ea typeface="Be Vietnam Pro"/>
                <a:cs typeface="Be Vietnam Pro"/>
                <a:sym typeface="Be Vietnam Pro"/>
              </a:rPr>
              <a:t>Changes</a:t>
            </a:r>
            <a:endParaRPr sz="1200" b="1" dirty="0">
              <a:solidFill>
                <a:schemeClr val="accent3"/>
              </a:solidFill>
              <a:latin typeface="Be Vietnam Pro"/>
              <a:ea typeface="Be Vietnam Pro"/>
              <a:cs typeface="Be Vietnam Pro"/>
              <a:sym typeface="Be Vietnam Pro"/>
            </a:endParaRPr>
          </a:p>
        </p:txBody>
      </p:sp>
      <p:sp>
        <p:nvSpPr>
          <p:cNvPr id="410" name="Google Shape;410;p39">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11" name="Google Shape;411;p39">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412" name="Google Shape;412;p39"/>
          <p:cNvGrpSpPr/>
          <p:nvPr/>
        </p:nvGrpSpPr>
        <p:grpSpPr>
          <a:xfrm>
            <a:off x="494850" y="447775"/>
            <a:ext cx="591732" cy="139500"/>
            <a:chOff x="494850" y="447775"/>
            <a:chExt cx="591732" cy="139500"/>
          </a:xfrm>
        </p:grpSpPr>
        <p:sp>
          <p:nvSpPr>
            <p:cNvPr id="413" name="Google Shape;413;p39"/>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6" name="Google Shape;416;p39"/>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454;p40">
            <a:extLst>
              <a:ext uri="{FF2B5EF4-FFF2-40B4-BE49-F238E27FC236}">
                <a16:creationId xmlns:a16="http://schemas.microsoft.com/office/drawing/2014/main" id="{297DEF51-B7B4-691D-D25F-1E162D84D50C}"/>
              </a:ext>
            </a:extLst>
          </p:cNvPr>
          <p:cNvSpPr txBox="1">
            <a:spLocks noGrp="1"/>
          </p:cNvSpPr>
          <p:nvPr>
            <p:ph type="body" idx="1"/>
          </p:nvPr>
        </p:nvSpPr>
        <p:spPr>
          <a:xfrm>
            <a:off x="720966" y="1381950"/>
            <a:ext cx="7729506" cy="305190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spcFirstLastPara="1" wrap="square" lIns="91425" tIns="91425" rIns="91425" bIns="91425" anchor="t" anchorCtr="0">
            <a:noAutofit/>
          </a:bodyPr>
          <a:lstStyle/>
          <a:p>
            <a:pPr marL="0" lvl="0" indent="0">
              <a:spcBef>
                <a:spcPts val="1000"/>
              </a:spcBef>
              <a:buNone/>
            </a:pPr>
            <a:r>
              <a:rPr lang="en-US" sz="1050" dirty="0">
                <a:solidFill>
                  <a:srgbClr val="00B050"/>
                </a:solidFill>
              </a:rPr>
              <a:t>In the late 1990s, when Google was just a search engine, its privacy policy was a concise 600-word explanation of how it handles personal information.</a:t>
            </a:r>
          </a:p>
          <a:p>
            <a:pPr marL="0" lvl="0" indent="0">
              <a:spcBef>
                <a:spcPts val="1000"/>
              </a:spcBef>
              <a:buNone/>
            </a:pPr>
            <a:r>
              <a:rPr lang="en-US" sz="1050" dirty="0">
                <a:solidFill>
                  <a:srgbClr val="00B050"/>
                </a:solidFill>
              </a:rPr>
              <a:t>Fast forward two decades and over 30 revisions later, Google's privacy policy has grown to a hefty 4,000 words. What used to take only 2 minutes to read in 1999 now requires at least 30 minutes to review.</a:t>
            </a:r>
          </a:p>
          <a:p>
            <a:pPr marL="0" lvl="0" indent="0">
              <a:spcBef>
                <a:spcPts val="1000"/>
              </a:spcBef>
              <a:buNone/>
            </a:pPr>
            <a:r>
              <a:rPr lang="en-US" sz="1050" dirty="0">
                <a:solidFill>
                  <a:srgbClr val="00B050"/>
                </a:solidFill>
              </a:rPr>
              <a:t>The increase in complexity is largely due to Google's acquisitions of major platforms like YouTube (2006), DoubleClick (2008), Waze (2013), and numerous other companies. As Google expanded its services and offerings, its privacy policy expanded to address the growing diversity of data collection and usage.</a:t>
            </a:r>
          </a:p>
          <a:p>
            <a:pPr marL="0" lvl="0" indent="0">
              <a:spcBef>
                <a:spcPts val="1000"/>
              </a:spcBef>
              <a:buNone/>
            </a:pPr>
            <a:r>
              <a:rPr lang="en-US" sz="1050" dirty="0">
                <a:solidFill>
                  <a:srgbClr val="00B050"/>
                </a:solidFill>
              </a:rPr>
              <a:t>The landscape of the Internet has evolved significantly since then, especially with the rise of smartphones, which have transformed how we communicate and interact online. Google has not only updated its privacy policy but has also evolved its core business model, recognizing the substantial benefits of collecting and analyzing vast amounts of data.</a:t>
            </a:r>
          </a:p>
          <a:p>
            <a:pPr marL="0" lvl="0" indent="0">
              <a:spcBef>
                <a:spcPts val="1000"/>
              </a:spcBef>
              <a:buNone/>
            </a:pPr>
            <a:r>
              <a:rPr lang="en-US" sz="1050" dirty="0">
                <a:solidFill>
                  <a:srgbClr val="00B050"/>
                </a:solidFill>
              </a:rPr>
              <a:t>Given these changes, it's crucial that we take more proactive steps to safeguard our digital lives, which hold as much value today as they did two decades ago.</a:t>
            </a:r>
            <a:endParaRPr sz="1050" dirty="0">
              <a:solidFill>
                <a:srgbClr val="00B050"/>
              </a:solidFill>
            </a:endParaRPr>
          </a:p>
        </p:txBody>
      </p:sp>
      <p:sp>
        <p:nvSpPr>
          <p:cNvPr id="7" name="Google Shape;334;p36">
            <a:extLst>
              <a:ext uri="{FF2B5EF4-FFF2-40B4-BE49-F238E27FC236}">
                <a16:creationId xmlns:a16="http://schemas.microsoft.com/office/drawing/2014/main" id="{E24F1994-0F0F-0952-7242-C60583229677}"/>
              </a:ext>
            </a:extLst>
          </p:cNvPr>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 dirty="0">
                <a:solidFill>
                  <a:srgbClr val="00B050"/>
                </a:solidFill>
              </a:rPr>
            </a:br>
            <a:r>
              <a:rPr lang="en" dirty="0">
                <a:solidFill>
                  <a:srgbClr val="00B050"/>
                </a:solidFill>
              </a:rPr>
              <a:t>Google’s Evolving Privacy Policy</a:t>
            </a:r>
            <a:endParaRPr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28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6">
                                            <p:txEl>
                                              <p:pRg st="0" end="0"/>
                                            </p:txEl>
                                          </p:spTgt>
                                        </p:tgtEl>
                                        <p:attrNameLst>
                                          <p:attrName>style.visibility</p:attrName>
                                        </p:attrNameLst>
                                      </p:cBhvr>
                                      <p:to>
                                        <p:strVal val="visible"/>
                                      </p:to>
                                    </p:set>
                                  </p:childTnLst>
                                </p:cTn>
                              </p:par>
                            </p:childTnLst>
                          </p:cTn>
                        </p:par>
                        <p:par>
                          <p:cTn id="10" fill="hold">
                            <p:stCondLst>
                              <p:cond delay="5502"/>
                            </p:stCondLst>
                            <p:childTnLst>
                              <p:par>
                                <p:cTn id="11" presetID="1" presetClass="entr" presetSubtype="0" fill="hold" grpId="0" nodeType="afterEffect">
                                  <p:stCondLst>
                                    <p:cond delay="0"/>
                                  </p:stCondLst>
                                  <p:iterate type="wd">
                                    <p:tmAbs val="100"/>
                                  </p:iterate>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par>
                          <p:cTn id="13" fill="hold">
                            <p:stCondLst>
                              <p:cond delay="9503"/>
                            </p:stCondLst>
                            <p:childTnLst>
                              <p:par>
                                <p:cTn id="14" presetID="1" presetClass="entr" presetSubtype="0" fill="hold" grpId="0" nodeType="afterEffect">
                                  <p:stCondLst>
                                    <p:cond delay="0"/>
                                  </p:stCondLst>
                                  <p:iterate type="wd">
                                    <p:tmAbs val="100"/>
                                  </p:iterate>
                                  <p:childTnLst>
                                    <p:set>
                                      <p:cBhvr>
                                        <p:cTn id="15" dur="1" fill="hold">
                                          <p:stCondLst>
                                            <p:cond delay="0"/>
                                          </p:stCondLst>
                                        </p:cTn>
                                        <p:tgtEl>
                                          <p:spTgt spid="6">
                                            <p:txEl>
                                              <p:pRg st="2" end="2"/>
                                            </p:txEl>
                                          </p:spTgt>
                                        </p:tgtEl>
                                        <p:attrNameLst>
                                          <p:attrName>style.visibility</p:attrName>
                                        </p:attrNameLst>
                                      </p:cBhvr>
                                      <p:to>
                                        <p:strVal val="visible"/>
                                      </p:to>
                                    </p:set>
                                  </p:childTnLst>
                                </p:cTn>
                              </p:par>
                            </p:childTnLst>
                          </p:cTn>
                        </p:par>
                        <p:par>
                          <p:cTn id="16" fill="hold">
                            <p:stCondLst>
                              <p:cond delay="14804"/>
                            </p:stCondLst>
                            <p:childTnLst>
                              <p:par>
                                <p:cTn id="17" presetID="1" presetClass="entr" presetSubtype="0" fill="hold" grpId="0" nodeType="afterEffect">
                                  <p:stCondLst>
                                    <p:cond delay="0"/>
                                  </p:stCondLst>
                                  <p:iterate type="wd">
                                    <p:tmAbs val="100"/>
                                  </p:iterate>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par>
                          <p:cTn id="19" fill="hold">
                            <p:stCondLst>
                              <p:cond delay="20505"/>
                            </p:stCondLst>
                            <p:childTnLst>
                              <p:par>
                                <p:cTn id="20" presetID="1" presetClass="entr" presetSubtype="0" fill="hold" grpId="0" nodeType="afterEffect">
                                  <p:stCondLst>
                                    <p:cond delay="0"/>
                                  </p:stCondLst>
                                  <p:iterate type="wd">
                                    <p:tmAbs val="100"/>
                                  </p:iterate>
                                  <p:childTnLst>
                                    <p:set>
                                      <p:cBhvr>
                                        <p:cTn id="21"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9">
            <a:hlinkClick r:id="rId3" action="ppaction://hlinksldjump"/>
          </p:cNvPr>
          <p:cNvSpPr/>
          <p:nvPr/>
        </p:nvSpPr>
        <p:spPr>
          <a:xfrm>
            <a:off x="7691718" y="325200"/>
            <a:ext cx="1126932"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05" name="Google Shape;405;p39">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06" name="Google Shape;406;p39">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07" name="Google Shape;407;p39">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08" name="Google Shape;408;p39">
            <a:hlinkClick r:id="rId7"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09" name="Google Shape;409;p39">
            <a:hlinkClick r:id="rId8" action="ppaction://hlinksldjump"/>
          </p:cNvPr>
          <p:cNvSpPr/>
          <p:nvPr/>
        </p:nvSpPr>
        <p:spPr>
          <a:xfrm>
            <a:off x="401500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3"/>
                </a:solidFill>
                <a:latin typeface="Be Vietnam Pro"/>
                <a:ea typeface="Be Vietnam Pro"/>
                <a:cs typeface="Be Vietnam Pro"/>
                <a:sym typeface="Be Vietnam Pro"/>
              </a:rPr>
              <a:t>Changes</a:t>
            </a:r>
            <a:endParaRPr sz="1200" b="1" dirty="0">
              <a:solidFill>
                <a:schemeClr val="accent3"/>
              </a:solidFill>
              <a:latin typeface="Be Vietnam Pro"/>
              <a:ea typeface="Be Vietnam Pro"/>
              <a:cs typeface="Be Vietnam Pro"/>
              <a:sym typeface="Be Vietnam Pro"/>
            </a:endParaRPr>
          </a:p>
        </p:txBody>
      </p:sp>
      <p:sp>
        <p:nvSpPr>
          <p:cNvPr id="410" name="Google Shape;410;p39">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11" name="Google Shape;411;p39">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412" name="Google Shape;412;p39"/>
          <p:cNvGrpSpPr/>
          <p:nvPr/>
        </p:nvGrpSpPr>
        <p:grpSpPr>
          <a:xfrm>
            <a:off x="494850" y="447775"/>
            <a:ext cx="591732" cy="139500"/>
            <a:chOff x="494850" y="447775"/>
            <a:chExt cx="591732" cy="139500"/>
          </a:xfrm>
        </p:grpSpPr>
        <p:sp>
          <p:nvSpPr>
            <p:cNvPr id="413" name="Google Shape;413;p39"/>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6" name="Google Shape;416;p39"/>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454;p40">
            <a:extLst>
              <a:ext uri="{FF2B5EF4-FFF2-40B4-BE49-F238E27FC236}">
                <a16:creationId xmlns:a16="http://schemas.microsoft.com/office/drawing/2014/main" id="{297DEF51-B7B4-691D-D25F-1E162D84D50C}"/>
              </a:ext>
            </a:extLst>
          </p:cNvPr>
          <p:cNvSpPr txBox="1">
            <a:spLocks noGrp="1"/>
          </p:cNvSpPr>
          <p:nvPr>
            <p:ph type="body" idx="1"/>
          </p:nvPr>
        </p:nvSpPr>
        <p:spPr>
          <a:xfrm>
            <a:off x="720966" y="1381950"/>
            <a:ext cx="7729506" cy="305190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spcFirstLastPara="1" wrap="square" lIns="91425" tIns="91425" rIns="91425" bIns="91425" anchor="t" anchorCtr="0">
            <a:noAutofit/>
          </a:bodyPr>
          <a:lstStyle/>
          <a:p>
            <a:pPr marL="0" lvl="0" indent="0">
              <a:spcBef>
                <a:spcPts val="1000"/>
              </a:spcBef>
              <a:buNone/>
            </a:pPr>
            <a:r>
              <a:rPr lang="en-US" sz="1050" dirty="0">
                <a:solidFill>
                  <a:srgbClr val="00B050"/>
                </a:solidFill>
              </a:rPr>
              <a:t>Google's initial privacy policies focused on user data in aggregate rather than as individuals, allowing information sharing with advertisers and partners without identifying individual users. Targeted advertising was not explicitly mentioned until the mid-2000s.</a:t>
            </a:r>
          </a:p>
          <a:p>
            <a:pPr marL="0" lvl="0" indent="0">
              <a:spcBef>
                <a:spcPts val="1000"/>
              </a:spcBef>
              <a:buNone/>
            </a:pPr>
            <a:r>
              <a:rPr lang="en-US" sz="1050" dirty="0">
                <a:solidFill>
                  <a:srgbClr val="00B050"/>
                </a:solidFill>
              </a:rPr>
              <a:t>In July 2004, a significant change occurred with the addition of a sentence allowing user information sharing across all Google services for a seamless experience. This laid the groundwork for comprehensive user profiling.</a:t>
            </a:r>
          </a:p>
          <a:p>
            <a:pPr marL="0" lvl="0" indent="0">
              <a:spcBef>
                <a:spcPts val="1000"/>
              </a:spcBef>
              <a:buNone/>
            </a:pPr>
            <a:r>
              <a:rPr lang="en-US" sz="1050" dirty="0">
                <a:solidFill>
                  <a:srgbClr val="00B050"/>
                </a:solidFill>
              </a:rPr>
              <a:t>By 2012, following a lawsuit over cookie tracking, Google's terms underwent significant revision, granting broad usage rights to user-submitted content. This enabled Google to leverage user data extensively without direct consent.</a:t>
            </a:r>
          </a:p>
          <a:p>
            <a:pPr marL="0" lvl="0" indent="0">
              <a:spcBef>
                <a:spcPts val="1000"/>
              </a:spcBef>
              <a:buNone/>
            </a:pPr>
            <a:r>
              <a:rPr lang="en-US" sz="1050" dirty="0">
                <a:solidFill>
                  <a:srgbClr val="00B050"/>
                </a:solidFill>
              </a:rPr>
              <a:t>Post-GDPR in May 2018, Google's privacy policies underwent substantial updates to align with regulatory requirements. Changes included clearer language and enhanced user control over data export and deletion.</a:t>
            </a:r>
          </a:p>
          <a:p>
            <a:pPr marL="0" lvl="0" indent="0">
              <a:spcBef>
                <a:spcPts val="1000"/>
              </a:spcBef>
              <a:buNone/>
            </a:pPr>
            <a:r>
              <a:rPr lang="en-US" sz="1050" dirty="0">
                <a:solidFill>
                  <a:srgbClr val="00B050"/>
                </a:solidFill>
              </a:rPr>
              <a:t>Despite improvements in readability, privacy policies remain complex and are designed to protect companies rather than inform users. The full archive of policy changes is available on Google's Privacy &amp; Terms page, offering transparency into the evolution of Google's data practices.</a:t>
            </a:r>
            <a:endParaRPr sz="1050" dirty="0">
              <a:solidFill>
                <a:srgbClr val="00B050"/>
              </a:solidFill>
            </a:endParaRPr>
          </a:p>
        </p:txBody>
      </p:sp>
      <p:sp>
        <p:nvSpPr>
          <p:cNvPr id="7" name="Google Shape;334;p36">
            <a:extLst>
              <a:ext uri="{FF2B5EF4-FFF2-40B4-BE49-F238E27FC236}">
                <a16:creationId xmlns:a16="http://schemas.microsoft.com/office/drawing/2014/main" id="{E24F1994-0F0F-0952-7242-C60583229677}"/>
              </a:ext>
            </a:extLst>
          </p:cNvPr>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 dirty="0">
                <a:solidFill>
                  <a:srgbClr val="00B050"/>
                </a:solidFill>
              </a:rPr>
            </a:br>
            <a:r>
              <a:rPr lang="en" dirty="0">
                <a:solidFill>
                  <a:srgbClr val="00B050"/>
                </a:solidFill>
              </a:rPr>
              <a:t>Google’s Evolving Privacy Policy</a:t>
            </a:r>
            <a:endParaRPr dirty="0">
              <a:solidFill>
                <a:srgbClr val="00B050"/>
              </a:solidFill>
            </a:endParaRPr>
          </a:p>
        </p:txBody>
      </p:sp>
    </p:spTree>
    <p:extLst>
      <p:ext uri="{BB962C8B-B14F-4D97-AF65-F5344CB8AC3E}">
        <p14:creationId xmlns:p14="http://schemas.microsoft.com/office/powerpoint/2010/main" val="2724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wd">
                                    <p:tmAbs val="100"/>
                                  </p:iterate>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36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6">
                                            <p:txEl>
                                              <p:pRg st="1" end="1"/>
                                            </p:txEl>
                                          </p:spTgt>
                                        </p:tgtEl>
                                        <p:attrNameLst>
                                          <p:attrName>style.visibility</p:attrName>
                                        </p:attrNameLst>
                                      </p:cBhvr>
                                      <p:to>
                                        <p:strVal val="visible"/>
                                      </p:to>
                                    </p:set>
                                  </p:childTnLst>
                                </p:cTn>
                              </p:par>
                            </p:childTnLst>
                          </p:cTn>
                        </p:par>
                        <p:par>
                          <p:cTn id="10" fill="hold">
                            <p:stCondLst>
                              <p:cond delay="7102"/>
                            </p:stCondLst>
                            <p:childTnLst>
                              <p:par>
                                <p:cTn id="11" presetID="1" presetClass="entr" presetSubtype="0" fill="hold" grpId="0" nodeType="afterEffect">
                                  <p:stCondLst>
                                    <p:cond delay="0"/>
                                  </p:stCondLst>
                                  <p:iterate type="wd">
                                    <p:tmAbs val="100"/>
                                  </p:iterate>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par>
                          <p:cTn id="13" fill="hold">
                            <p:stCondLst>
                              <p:cond delay="10603"/>
                            </p:stCondLst>
                            <p:childTnLst>
                              <p:par>
                                <p:cTn id="14" presetID="1" presetClass="entr" presetSubtype="0" fill="hold" grpId="0" nodeType="afterEffect">
                                  <p:stCondLst>
                                    <p:cond delay="0"/>
                                  </p:stCondLst>
                                  <p:iterate type="wd">
                                    <p:tmAbs val="100"/>
                                  </p:iterate>
                                  <p:childTnLst>
                                    <p:set>
                                      <p:cBhvr>
                                        <p:cTn id="15" dur="1" fill="hold">
                                          <p:stCondLst>
                                            <p:cond delay="0"/>
                                          </p:stCondLst>
                                        </p:cTn>
                                        <p:tgtEl>
                                          <p:spTgt spid="6">
                                            <p:txEl>
                                              <p:pRg st="3" end="3"/>
                                            </p:txEl>
                                          </p:spTgt>
                                        </p:tgtEl>
                                        <p:attrNameLst>
                                          <p:attrName>style.visibility</p:attrName>
                                        </p:attrNameLst>
                                      </p:cBhvr>
                                      <p:to>
                                        <p:strVal val="visible"/>
                                      </p:to>
                                    </p:set>
                                  </p:childTnLst>
                                </p:cTn>
                              </p:par>
                            </p:childTnLst>
                          </p:cTn>
                        </p:par>
                        <p:par>
                          <p:cTn id="16" fill="hold">
                            <p:stCondLst>
                              <p:cond delay="13604"/>
                            </p:stCondLst>
                            <p:childTnLst>
                              <p:par>
                                <p:cTn id="17" presetID="1" presetClass="entr" presetSubtype="0" fill="hold" grpId="0" nodeType="afterEffect">
                                  <p:stCondLst>
                                    <p:cond delay="0"/>
                                  </p:stCondLst>
                                  <p:iterate type="wd">
                                    <p:tmAbs val="100"/>
                                  </p:iterate>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9">
            <a:hlinkClick r:id="rId3" action="ppaction://hlinksldjump"/>
          </p:cNvPr>
          <p:cNvSpPr/>
          <p:nvPr/>
        </p:nvSpPr>
        <p:spPr>
          <a:xfrm>
            <a:off x="7732059" y="325200"/>
            <a:ext cx="1086591"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05" name="Google Shape;405;p39">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06" name="Google Shape;406;p39">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07" name="Google Shape;407;p39">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08" name="Google Shape;408;p39">
            <a:hlinkClick r:id="rId7" action="ppaction://hlinksldjump"/>
          </p:cNvPr>
          <p:cNvSpPr/>
          <p:nvPr/>
        </p:nvSpPr>
        <p:spPr>
          <a:xfrm>
            <a:off x="5009500" y="33693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09" name="Google Shape;409;p39">
            <a:hlinkClick r:id="rId8" action="ppaction://hlinksldjump"/>
          </p:cNvPr>
          <p:cNvSpPr/>
          <p:nvPr/>
        </p:nvSpPr>
        <p:spPr>
          <a:xfrm>
            <a:off x="4032200" y="334689"/>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3"/>
                </a:solidFill>
                <a:latin typeface="Be Vietnam Pro"/>
                <a:ea typeface="Be Vietnam Pro"/>
                <a:cs typeface="Be Vietnam Pro"/>
                <a:sym typeface="Be Vietnam Pro"/>
              </a:rPr>
              <a:t>Changes</a:t>
            </a:r>
            <a:endParaRPr sz="1200" b="1" dirty="0">
              <a:solidFill>
                <a:schemeClr val="accent3"/>
              </a:solidFill>
              <a:latin typeface="Be Vietnam Pro"/>
              <a:ea typeface="Be Vietnam Pro"/>
              <a:cs typeface="Be Vietnam Pro"/>
              <a:sym typeface="Be Vietnam Pro"/>
            </a:endParaRPr>
          </a:p>
        </p:txBody>
      </p:sp>
      <p:sp>
        <p:nvSpPr>
          <p:cNvPr id="410" name="Google Shape;410;p39">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11" name="Google Shape;411;p39">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412" name="Google Shape;412;p39"/>
          <p:cNvGrpSpPr/>
          <p:nvPr/>
        </p:nvGrpSpPr>
        <p:grpSpPr>
          <a:xfrm>
            <a:off x="494850" y="447775"/>
            <a:ext cx="591732" cy="139500"/>
            <a:chOff x="494850" y="447775"/>
            <a:chExt cx="591732" cy="139500"/>
          </a:xfrm>
        </p:grpSpPr>
        <p:sp>
          <p:nvSpPr>
            <p:cNvPr id="413" name="Google Shape;413;p39"/>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16" name="Google Shape;416;p39"/>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7" name="Google Shape;334;p36">
            <a:extLst>
              <a:ext uri="{FF2B5EF4-FFF2-40B4-BE49-F238E27FC236}">
                <a16:creationId xmlns:a16="http://schemas.microsoft.com/office/drawing/2014/main" id="{E24F1994-0F0F-0952-7242-C60583229677}"/>
              </a:ext>
            </a:extLst>
          </p:cNvPr>
          <p:cNvSpPr txBox="1">
            <a:spLocks noGrp="1"/>
          </p:cNvSpPr>
          <p:nvPr>
            <p:ph type="ctrTitle"/>
          </p:nvPr>
        </p:nvSpPr>
        <p:spPr>
          <a:xfrm>
            <a:off x="713225" y="1056176"/>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B050"/>
                </a:solidFill>
              </a:rPr>
              <a:t>Compliance with Global Regulations</a:t>
            </a:r>
            <a:endParaRPr dirty="0">
              <a:solidFill>
                <a:srgbClr val="00B050"/>
              </a:solidFill>
            </a:endParaRPr>
          </a:p>
        </p:txBody>
      </p:sp>
      <p:sp>
        <p:nvSpPr>
          <p:cNvPr id="2" name="TextBox 1">
            <a:extLst>
              <a:ext uri="{FF2B5EF4-FFF2-40B4-BE49-F238E27FC236}">
                <a16:creationId xmlns:a16="http://schemas.microsoft.com/office/drawing/2014/main" id="{0280DBFC-348D-8076-337A-B64345AD448B}"/>
              </a:ext>
            </a:extLst>
          </p:cNvPr>
          <p:cNvSpPr txBox="1"/>
          <p:nvPr/>
        </p:nvSpPr>
        <p:spPr>
          <a:xfrm>
            <a:off x="494850" y="1473927"/>
            <a:ext cx="8079524" cy="3162404"/>
          </a:xfrm>
          <a:prstGeom prst="rect">
            <a:avLst/>
          </a:prstGeom>
          <a:noFill/>
        </p:spPr>
        <p:txBody>
          <a:bodyPr wrap="square" rtlCol="0">
            <a:spAutoFit/>
          </a:bodyPr>
          <a:lstStyle/>
          <a:p>
            <a:pPr algn="l"/>
            <a:r>
              <a:rPr lang="en-US" sz="1050" b="1" i="0" u="none" strike="noStrike" dirty="0">
                <a:solidFill>
                  <a:srgbClr val="00B050"/>
                </a:solidFill>
                <a:effectLst/>
                <a:latin typeface="+mn-lt"/>
              </a:rPr>
              <a:t>GDPR Compliance</a:t>
            </a:r>
            <a:r>
              <a:rPr lang="en-US" sz="1050" b="0" i="0" u="none" strike="noStrike" dirty="0">
                <a:solidFill>
                  <a:srgbClr val="00B050"/>
                </a:solidFill>
                <a:effectLst/>
                <a:latin typeface="+mn-lt"/>
              </a:rPr>
              <a:t>: </a:t>
            </a:r>
            <a:br>
              <a:rPr lang="en-US" sz="1050" b="0" i="0" u="none" strike="noStrike" dirty="0">
                <a:solidFill>
                  <a:srgbClr val="00B050"/>
                </a:solidFill>
                <a:effectLst/>
                <a:latin typeface="+mn-lt"/>
              </a:rPr>
            </a:br>
            <a:r>
              <a:rPr lang="en-US" sz="1050" b="0" i="0" u="none" strike="noStrike" dirty="0">
                <a:solidFill>
                  <a:srgbClr val="00B050"/>
                </a:solidFill>
                <a:effectLst/>
                <a:latin typeface="+mn-lt"/>
              </a:rPr>
              <a:t>Google takes specific actions like data protection impact assessments, enhances user consent mechanisms, and ensures data minimization and purpose limitation to comply with GDPR.</a:t>
            </a:r>
            <a:br>
              <a:rPr lang="en-US" sz="1050" b="0" i="0" u="none" strike="noStrike" dirty="0">
                <a:solidFill>
                  <a:srgbClr val="00B050"/>
                </a:solidFill>
                <a:effectLst/>
                <a:latin typeface="+mn-lt"/>
              </a:rPr>
            </a:br>
            <a:endParaRPr lang="en-US" sz="1050" b="0" i="0" u="none" strike="noStrike" dirty="0">
              <a:solidFill>
                <a:srgbClr val="00B050"/>
              </a:solidFill>
              <a:effectLst/>
              <a:latin typeface="+mn-lt"/>
            </a:endParaRPr>
          </a:p>
          <a:p>
            <a:pPr algn="l"/>
            <a:r>
              <a:rPr lang="en-US" sz="1050" b="1" i="0" u="none" strike="noStrike" dirty="0">
                <a:solidFill>
                  <a:srgbClr val="00B050"/>
                </a:solidFill>
                <a:effectLst/>
                <a:latin typeface="+mn-lt"/>
              </a:rPr>
              <a:t>CCPA Adherence</a:t>
            </a:r>
            <a:r>
              <a:rPr lang="en-US" sz="1050" b="0" i="0" u="none" strike="noStrike" dirty="0">
                <a:solidFill>
                  <a:srgbClr val="00B050"/>
                </a:solidFill>
                <a:effectLst/>
                <a:latin typeface="+mn-lt"/>
              </a:rPr>
              <a:t>: </a:t>
            </a:r>
            <a:br>
              <a:rPr lang="en-US" sz="1050" b="0" i="0" u="none" strike="noStrike" dirty="0">
                <a:solidFill>
                  <a:srgbClr val="00B050"/>
                </a:solidFill>
                <a:effectLst/>
                <a:latin typeface="+mn-lt"/>
              </a:rPr>
            </a:br>
            <a:r>
              <a:rPr lang="en-US" sz="1050" b="0" i="0" u="none" strike="noStrike" dirty="0">
                <a:solidFill>
                  <a:srgbClr val="00B050"/>
                </a:solidFill>
                <a:effectLst/>
                <a:latin typeface="+mn-lt"/>
              </a:rPr>
              <a:t>Respects user rights under CCPA, including the right to access personal information, data portability, and the right to request deletion of data.</a:t>
            </a:r>
            <a:br>
              <a:rPr lang="en-US" sz="1050" b="0" i="0" u="none" strike="noStrike" dirty="0">
                <a:solidFill>
                  <a:srgbClr val="00B050"/>
                </a:solidFill>
                <a:effectLst/>
                <a:latin typeface="+mn-lt"/>
              </a:rPr>
            </a:br>
            <a:endParaRPr lang="en-US" sz="1050" b="0" i="0" u="none" strike="noStrike" dirty="0">
              <a:solidFill>
                <a:srgbClr val="00B050"/>
              </a:solidFill>
              <a:effectLst/>
              <a:latin typeface="+mn-lt"/>
            </a:endParaRPr>
          </a:p>
          <a:p>
            <a:pPr algn="l"/>
            <a:r>
              <a:rPr lang="en-US" sz="1050" b="1" i="0" u="none" strike="noStrike" dirty="0">
                <a:solidFill>
                  <a:srgbClr val="00B050"/>
                </a:solidFill>
                <a:effectLst/>
                <a:latin typeface="+mn-lt"/>
              </a:rPr>
              <a:t>International Data Transfers</a:t>
            </a:r>
            <a:r>
              <a:rPr lang="en-US" sz="1050" b="0" i="0" u="none" strike="noStrike" dirty="0">
                <a:solidFill>
                  <a:srgbClr val="00B050"/>
                </a:solidFill>
                <a:effectLst/>
                <a:latin typeface="+mn-lt"/>
              </a:rPr>
              <a:t>: </a:t>
            </a:r>
            <a:br>
              <a:rPr lang="en-US" sz="1050" b="0" i="0" u="none" strike="noStrike" dirty="0">
                <a:solidFill>
                  <a:srgbClr val="00B050"/>
                </a:solidFill>
                <a:effectLst/>
                <a:latin typeface="+mn-lt"/>
              </a:rPr>
            </a:br>
            <a:r>
              <a:rPr lang="en-US" sz="1050" b="0" i="0" u="none" strike="noStrike" dirty="0">
                <a:solidFill>
                  <a:srgbClr val="00B050"/>
                </a:solidFill>
                <a:effectLst/>
                <a:latin typeface="+mn-lt"/>
              </a:rPr>
              <a:t>Utilizes standard contractual clauses and other legal frameworks for data protection compliance during cross-border data transfers.</a:t>
            </a:r>
          </a:p>
          <a:p>
            <a:pPr algn="l"/>
            <a:endParaRPr lang="en-US" sz="1050" b="0" i="0" u="none" strike="noStrike" dirty="0">
              <a:solidFill>
                <a:srgbClr val="00B050"/>
              </a:solidFill>
              <a:effectLst/>
              <a:latin typeface="+mn-lt"/>
            </a:endParaRPr>
          </a:p>
          <a:p>
            <a:pPr algn="l"/>
            <a:r>
              <a:rPr lang="en-US" sz="1050" b="1" i="0" u="none" strike="noStrike" dirty="0">
                <a:solidFill>
                  <a:srgbClr val="00B050"/>
                </a:solidFill>
                <a:effectLst/>
                <a:latin typeface="+mn-lt"/>
              </a:rPr>
              <a:t>Regular Audits and Certifications</a:t>
            </a:r>
            <a:r>
              <a:rPr lang="en-US" sz="1050" b="0" i="0" u="none" strike="noStrike" dirty="0">
                <a:solidFill>
                  <a:srgbClr val="00B050"/>
                </a:solidFill>
                <a:effectLst/>
                <a:latin typeface="+mn-lt"/>
              </a:rPr>
              <a:t>: </a:t>
            </a:r>
            <a:br>
              <a:rPr lang="en-US" sz="1050" b="0" i="0" u="none" strike="noStrike" dirty="0">
                <a:solidFill>
                  <a:srgbClr val="00B050"/>
                </a:solidFill>
                <a:effectLst/>
                <a:latin typeface="+mn-lt"/>
              </a:rPr>
            </a:br>
            <a:r>
              <a:rPr lang="en-US" sz="1050" b="0" i="0" u="none" strike="noStrike" dirty="0">
                <a:solidFill>
                  <a:srgbClr val="00B050"/>
                </a:solidFill>
                <a:effectLst/>
                <a:latin typeface="+mn-lt"/>
              </a:rPr>
              <a:t>Google undergoes regular audits and has certifications like ISO/IEC 27001, which reinforces its commitment to international security standards.</a:t>
            </a:r>
          </a:p>
          <a:p>
            <a:pPr algn="l"/>
            <a:endParaRPr lang="en-US" sz="1050" b="0" i="0" u="none" strike="noStrike" dirty="0">
              <a:solidFill>
                <a:srgbClr val="00B050"/>
              </a:solidFill>
              <a:effectLst/>
              <a:latin typeface="+mn-lt"/>
            </a:endParaRPr>
          </a:p>
          <a:p>
            <a:pPr algn="l"/>
            <a:r>
              <a:rPr lang="en-US" sz="1050" b="1" i="0" u="none" strike="noStrike" dirty="0">
                <a:solidFill>
                  <a:srgbClr val="00B050"/>
                </a:solidFill>
                <a:effectLst/>
                <a:latin typeface="+mn-lt"/>
              </a:rPr>
              <a:t>Public Transparency Reports</a:t>
            </a:r>
            <a:r>
              <a:rPr lang="en-US" sz="1050" b="0" i="0" u="none" strike="noStrike" dirty="0">
                <a:solidFill>
                  <a:srgbClr val="00B050"/>
                </a:solidFill>
                <a:effectLst/>
                <a:latin typeface="+mn-lt"/>
              </a:rPr>
              <a:t>: </a:t>
            </a:r>
            <a:br>
              <a:rPr lang="en-US" sz="1050" b="0" i="0" u="none" strike="noStrike" dirty="0">
                <a:solidFill>
                  <a:srgbClr val="00B050"/>
                </a:solidFill>
                <a:effectLst/>
                <a:latin typeface="+mn-lt"/>
              </a:rPr>
            </a:br>
            <a:r>
              <a:rPr lang="en-US" sz="1050" b="0" i="0" u="none" strike="noStrike" dirty="0">
                <a:solidFill>
                  <a:srgbClr val="00B050"/>
                </a:solidFill>
                <a:effectLst/>
                <a:latin typeface="+mn-lt"/>
              </a:rPr>
              <a:t>Google maintains transparency through reports that discuss the type and number of requests received from governments, aligning with GDPR and CCPA transparency requirements.</a:t>
            </a:r>
          </a:p>
          <a:p>
            <a:endParaRPr lang="en-US" sz="1050" dirty="0">
              <a:solidFill>
                <a:srgbClr val="00B050"/>
              </a:solidFill>
            </a:endParaRPr>
          </a:p>
        </p:txBody>
      </p:sp>
    </p:spTree>
    <p:extLst>
      <p:ext uri="{BB962C8B-B14F-4D97-AF65-F5344CB8AC3E}">
        <p14:creationId xmlns:p14="http://schemas.microsoft.com/office/powerpoint/2010/main" val="244118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8">
            <a:hlinkClick r:id="rId3" action="ppaction://hlinksldjump"/>
          </p:cNvPr>
          <p:cNvSpPr/>
          <p:nvPr/>
        </p:nvSpPr>
        <p:spPr>
          <a:xfrm>
            <a:off x="7738782" y="325200"/>
            <a:ext cx="1079868"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71" name="Google Shape;371;p38">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72" name="Google Shape;372;p38">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373" name="Google Shape;373;p38">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74" name="Google Shape;374;p38">
            <a:hlinkClick r:id="rId7" action="ppaction://hlinksldjump"/>
          </p:cNvPr>
          <p:cNvSpPr/>
          <p:nvPr/>
        </p:nvSpPr>
        <p:spPr>
          <a:xfrm>
            <a:off x="5108780" y="339087"/>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2"/>
                </a:solidFill>
                <a:latin typeface="Be Vietnam Pro"/>
                <a:ea typeface="Be Vietnam Pro"/>
                <a:cs typeface="Be Vietnam Pro"/>
                <a:sym typeface="Be Vietnam Pro"/>
              </a:rPr>
              <a:t>Gaps</a:t>
            </a:r>
            <a:endParaRPr sz="1200" b="1" dirty="0">
              <a:solidFill>
                <a:schemeClr val="accent2"/>
              </a:solidFill>
              <a:latin typeface="Be Vietnam Pro"/>
              <a:ea typeface="Be Vietnam Pro"/>
              <a:cs typeface="Be Vietnam Pro"/>
              <a:sym typeface="Be Vietnam Pro"/>
            </a:endParaRPr>
          </a:p>
        </p:txBody>
      </p:sp>
      <p:sp>
        <p:nvSpPr>
          <p:cNvPr id="375" name="Google Shape;375;p38">
            <a:hlinkClick r:id="rId8" action="ppaction://hlinksldjump"/>
          </p:cNvPr>
          <p:cNvSpPr/>
          <p:nvPr/>
        </p:nvSpPr>
        <p:spPr>
          <a:xfrm>
            <a:off x="4100250" y="314894"/>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76" name="Google Shape;376;p38">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77" name="Google Shape;377;p38">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78" name="Google Shape;378;p38"/>
          <p:cNvGrpSpPr/>
          <p:nvPr/>
        </p:nvGrpSpPr>
        <p:grpSpPr>
          <a:xfrm>
            <a:off x="494850" y="447775"/>
            <a:ext cx="591732" cy="139500"/>
            <a:chOff x="494850" y="447775"/>
            <a:chExt cx="591732" cy="139500"/>
          </a:xfrm>
        </p:grpSpPr>
        <p:sp>
          <p:nvSpPr>
            <p:cNvPr id="379" name="Google Shape;379;p38"/>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8"/>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8"/>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82" name="Google Shape;382;p38"/>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334;p36">
            <a:extLst>
              <a:ext uri="{FF2B5EF4-FFF2-40B4-BE49-F238E27FC236}">
                <a16:creationId xmlns:a16="http://schemas.microsoft.com/office/drawing/2014/main" id="{434FBFD3-AA13-7A2D-EDBC-BF35BB60046C}"/>
              </a:ext>
            </a:extLst>
          </p:cNvPr>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FFC000"/>
                </a:solidFill>
              </a:rPr>
              <a:t>Clarity Gaps in Google’s Privacy Policy</a:t>
            </a:r>
            <a:endParaRPr dirty="0">
              <a:solidFill>
                <a:srgbClr val="FFC000"/>
              </a:solidFill>
            </a:endParaRPr>
          </a:p>
        </p:txBody>
      </p:sp>
      <p:sp>
        <p:nvSpPr>
          <p:cNvPr id="2" name="TextBox 1">
            <a:extLst>
              <a:ext uri="{FF2B5EF4-FFF2-40B4-BE49-F238E27FC236}">
                <a16:creationId xmlns:a16="http://schemas.microsoft.com/office/drawing/2014/main" id="{0A05F8AB-92F4-CB70-DBF6-9E5315CA98B5}"/>
              </a:ext>
            </a:extLst>
          </p:cNvPr>
          <p:cNvSpPr txBox="1"/>
          <p:nvPr/>
        </p:nvSpPr>
        <p:spPr>
          <a:xfrm>
            <a:off x="634350" y="1482340"/>
            <a:ext cx="7865838" cy="3416320"/>
          </a:xfrm>
          <a:prstGeom prst="rect">
            <a:avLst/>
          </a:prstGeom>
          <a:noFill/>
        </p:spPr>
        <p:txBody>
          <a:bodyPr wrap="square" rtlCol="0">
            <a:spAutoFit/>
          </a:bodyPr>
          <a:lstStyle/>
          <a:p>
            <a:pPr marL="171450" indent="-171450" algn="l">
              <a:buFont typeface="Arial" panose="020B0604020202020204" pitchFamily="34" charset="0"/>
              <a:buChar char="•"/>
            </a:pPr>
            <a:r>
              <a:rPr lang="en-US" sz="1200" b="1" i="0" u="none" strike="noStrike" dirty="0">
                <a:solidFill>
                  <a:srgbClr val="FFC000"/>
                </a:solidFill>
                <a:effectLst/>
                <a:latin typeface="+mn-lt"/>
              </a:rPr>
              <a:t>Specific examples of Third-Party Sharing</a:t>
            </a:r>
            <a:r>
              <a:rPr lang="en-US" sz="1200" b="0" i="0" u="none" strike="noStrike" dirty="0">
                <a:solidFill>
                  <a:srgbClr val="FFC000"/>
                </a:solidFill>
                <a:effectLst/>
                <a:latin typeface="+mn-lt"/>
              </a:rPr>
              <a:t>:</a:t>
            </a:r>
            <a:br>
              <a:rPr lang="en-US" sz="1200" b="0" i="0" u="none" strike="noStrike" dirty="0">
                <a:solidFill>
                  <a:srgbClr val="FFC000"/>
                </a:solidFill>
                <a:effectLst/>
                <a:latin typeface="+mn-lt"/>
              </a:rPr>
            </a:b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The privacy policy outlines that Google shares information with third parties with user consent and for external processing based on Google's instructions and in compliance with its Privacy Policy​​.</a:t>
            </a:r>
            <a:br>
              <a:rPr lang="en-US" sz="1200" b="0" i="0" u="none" strike="noStrike" dirty="0">
                <a:solidFill>
                  <a:srgbClr val="FFC000"/>
                </a:solidFill>
                <a:effectLst/>
                <a:latin typeface="+mn-lt"/>
              </a:rPr>
            </a:b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However, it appears that there might be a need for more specific examples and categories, such as service vendors, and an explanation of how third-party compliance is monitored.</a:t>
            </a:r>
            <a:br>
              <a:rPr lang="en-US" sz="1200" b="0" i="0" u="none" strike="noStrike" dirty="0">
                <a:solidFill>
                  <a:srgbClr val="FFC000"/>
                </a:solidFill>
                <a:effectLst/>
                <a:latin typeface="+mn-lt"/>
              </a:rPr>
            </a:br>
            <a:endParaRPr lang="en-US" sz="1200" b="0" i="0" u="none" strike="noStrike" dirty="0">
              <a:solidFill>
                <a:srgbClr val="FFC000"/>
              </a:solidFill>
              <a:effectLst/>
              <a:latin typeface="+mn-lt"/>
            </a:endParaRPr>
          </a:p>
          <a:p>
            <a:pPr marL="171450" indent="-171450" algn="l">
              <a:buFont typeface="Arial" panose="020B0604020202020204" pitchFamily="34" charset="0"/>
              <a:buChar char="•"/>
            </a:pPr>
            <a:r>
              <a:rPr lang="en-US" sz="1200" b="1" i="0" u="none" strike="noStrike" dirty="0">
                <a:solidFill>
                  <a:srgbClr val="FFC000"/>
                </a:solidFill>
                <a:effectLst/>
                <a:latin typeface="+mn-lt"/>
              </a:rPr>
              <a:t>Clear Data Retention periods</a:t>
            </a:r>
            <a:r>
              <a:rPr lang="en-US" sz="1200" b="0" i="0" u="none" strike="noStrike" dirty="0">
                <a:solidFill>
                  <a:srgbClr val="FFC000"/>
                </a:solidFill>
                <a:effectLst/>
                <a:latin typeface="+mn-lt"/>
              </a:rPr>
              <a:t>:</a:t>
            </a:r>
            <a:br>
              <a:rPr lang="en-US" sz="1200" b="0" i="0" u="none" strike="noStrike" dirty="0">
                <a:solidFill>
                  <a:srgbClr val="FFC000"/>
                </a:solidFill>
                <a:effectLst/>
                <a:latin typeface="+mn-lt"/>
              </a:rPr>
            </a:b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Google mentions that data is retained for various periods depending on its nature, usage, and user settings. Some data is retained until the user removes it or opts for its removal, while other data is kept for longer due to business or legal purposes​​​​.</a:t>
            </a:r>
            <a:br>
              <a:rPr lang="en-US" sz="1200" b="0" i="0" u="none" strike="noStrike" dirty="0">
                <a:solidFill>
                  <a:srgbClr val="FFC000"/>
                </a:solidFill>
                <a:effectLst/>
                <a:latin typeface="+mn-lt"/>
              </a:rPr>
            </a:b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The policy could be seen as unclear on the exact criteria for determining each retention period and may benefit from more detailed clarity on retention times for different types of data.</a:t>
            </a:r>
          </a:p>
          <a:p>
            <a:pPr marL="171450" lvl="0" indent="-171450" algn="l" rtl="0">
              <a:spcBef>
                <a:spcPts val="0"/>
              </a:spcBef>
              <a:spcAft>
                <a:spcPts val="0"/>
              </a:spcAft>
              <a:buFont typeface="Arial" panose="020B0604020202020204" pitchFamily="34" charset="0"/>
              <a:buChar char="•"/>
            </a:pPr>
            <a:endParaRPr lang="en-US" sz="1200" dirty="0">
              <a:solidFill>
                <a:srgbClr val="FFC000"/>
              </a:solidFill>
              <a:latin typeface="+mn-lt"/>
            </a:endParaRPr>
          </a:p>
          <a:p>
            <a:pPr marL="171450" indent="-171450">
              <a:buFont typeface="Arial" panose="020B0604020202020204" pitchFamily="34" charset="0"/>
              <a:buChar char="•"/>
            </a:pPr>
            <a:endParaRPr lang="en-US" sz="1200"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33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8">
            <a:hlinkClick r:id="rId3" action="ppaction://hlinksldjump"/>
          </p:cNvPr>
          <p:cNvSpPr/>
          <p:nvPr/>
        </p:nvSpPr>
        <p:spPr>
          <a:xfrm>
            <a:off x="7738782" y="325200"/>
            <a:ext cx="1079868"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371" name="Google Shape;371;p38">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372" name="Google Shape;372;p38">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373" name="Google Shape;373;p38">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374" name="Google Shape;374;p38">
            <a:hlinkClick r:id="rId7" action="ppaction://hlinksldjump"/>
          </p:cNvPr>
          <p:cNvSpPr/>
          <p:nvPr/>
        </p:nvSpPr>
        <p:spPr>
          <a:xfrm>
            <a:off x="5108780" y="339087"/>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2"/>
                </a:solidFill>
                <a:latin typeface="Be Vietnam Pro"/>
                <a:ea typeface="Be Vietnam Pro"/>
                <a:cs typeface="Be Vietnam Pro"/>
                <a:sym typeface="Be Vietnam Pro"/>
              </a:rPr>
              <a:t>Gaps</a:t>
            </a:r>
            <a:endParaRPr sz="1200" b="1" dirty="0">
              <a:solidFill>
                <a:schemeClr val="accent2"/>
              </a:solidFill>
              <a:latin typeface="Be Vietnam Pro"/>
              <a:ea typeface="Be Vietnam Pro"/>
              <a:cs typeface="Be Vietnam Pro"/>
              <a:sym typeface="Be Vietnam Pro"/>
            </a:endParaRPr>
          </a:p>
        </p:txBody>
      </p:sp>
      <p:sp>
        <p:nvSpPr>
          <p:cNvPr id="375" name="Google Shape;375;p38">
            <a:hlinkClick r:id="rId8" action="ppaction://hlinksldjump"/>
          </p:cNvPr>
          <p:cNvSpPr/>
          <p:nvPr/>
        </p:nvSpPr>
        <p:spPr>
          <a:xfrm>
            <a:off x="4100250" y="314894"/>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376" name="Google Shape;376;p38">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377" name="Google Shape;377;p38">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378" name="Google Shape;378;p38"/>
          <p:cNvGrpSpPr/>
          <p:nvPr/>
        </p:nvGrpSpPr>
        <p:grpSpPr>
          <a:xfrm>
            <a:off x="494850" y="447775"/>
            <a:ext cx="591732" cy="139500"/>
            <a:chOff x="494850" y="447775"/>
            <a:chExt cx="591732" cy="139500"/>
          </a:xfrm>
        </p:grpSpPr>
        <p:sp>
          <p:nvSpPr>
            <p:cNvPr id="379" name="Google Shape;379;p38"/>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8"/>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8"/>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82" name="Google Shape;382;p38"/>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334;p36">
            <a:extLst>
              <a:ext uri="{FF2B5EF4-FFF2-40B4-BE49-F238E27FC236}">
                <a16:creationId xmlns:a16="http://schemas.microsoft.com/office/drawing/2014/main" id="{434FBFD3-AA13-7A2D-EDBC-BF35BB60046C}"/>
              </a:ext>
            </a:extLst>
          </p:cNvPr>
          <p:cNvSpPr txBox="1">
            <a:spLocks noGrp="1"/>
          </p:cNvSpPr>
          <p:nvPr>
            <p:ph type="ctrTitle"/>
          </p:nvPr>
        </p:nvSpPr>
        <p:spPr>
          <a:xfrm>
            <a:off x="713225" y="1029425"/>
            <a:ext cx="7717550"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FFC000"/>
                </a:solidFill>
              </a:rPr>
              <a:t>Clarity Gaps in Google’s Privacy Policy</a:t>
            </a:r>
            <a:endParaRPr dirty="0">
              <a:solidFill>
                <a:srgbClr val="FFC000"/>
              </a:solidFill>
            </a:endParaRPr>
          </a:p>
        </p:txBody>
      </p:sp>
      <p:sp>
        <p:nvSpPr>
          <p:cNvPr id="2" name="TextBox 1">
            <a:extLst>
              <a:ext uri="{FF2B5EF4-FFF2-40B4-BE49-F238E27FC236}">
                <a16:creationId xmlns:a16="http://schemas.microsoft.com/office/drawing/2014/main" id="{0A05F8AB-92F4-CB70-DBF6-9E5315CA98B5}"/>
              </a:ext>
            </a:extLst>
          </p:cNvPr>
          <p:cNvSpPr txBox="1"/>
          <p:nvPr/>
        </p:nvSpPr>
        <p:spPr>
          <a:xfrm>
            <a:off x="634350" y="1668952"/>
            <a:ext cx="7865838" cy="1938992"/>
          </a:xfrm>
          <a:prstGeom prst="rect">
            <a:avLst/>
          </a:prstGeom>
          <a:noFill/>
        </p:spPr>
        <p:txBody>
          <a:bodyPr wrap="square" rtlCol="0">
            <a:spAutoFit/>
          </a:bodyPr>
          <a:lstStyle/>
          <a:p>
            <a:pPr marL="171450" indent="-171450" algn="l">
              <a:buFont typeface="Arial" panose="020B0604020202020204" pitchFamily="34" charset="0"/>
              <a:buChar char="•"/>
            </a:pPr>
            <a:r>
              <a:rPr lang="en-US" sz="1200" b="1" i="0" u="none" strike="noStrike" dirty="0">
                <a:solidFill>
                  <a:srgbClr val="FFC000"/>
                </a:solidFill>
                <a:effectLst/>
                <a:latin typeface="+mn-lt"/>
              </a:rPr>
              <a:t>Cross Border data transfers</a:t>
            </a:r>
            <a:r>
              <a:rPr lang="en-US" sz="1200" b="0" i="0" u="none" strike="noStrike" dirty="0">
                <a:solidFill>
                  <a:srgbClr val="FFC000"/>
                </a:solidFill>
                <a:effectLst/>
                <a:latin typeface="+mn-lt"/>
              </a:rPr>
              <a:t>:</a:t>
            </a:r>
          </a:p>
          <a:p>
            <a:pPr marL="171450" indent="-171450" algn="l">
              <a:buFont typeface="Arial" panose="020B0604020202020204" pitchFamily="34" charset="0"/>
              <a:buChar char="•"/>
            </a:pP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Google's privacy policy states that servers around the world may process user information and that they comply with certain legal frameworks for data transfers, applying the same protections described in the policy wherever the information is processed​​.</a:t>
            </a:r>
          </a:p>
          <a:p>
            <a:pPr marL="742950" lvl="1" indent="-285750" algn="l">
              <a:buFont typeface="Arial" panose="020B0604020202020204" pitchFamily="34" charset="0"/>
              <a:buChar char="•"/>
            </a:pPr>
            <a:endParaRPr lang="en-US" sz="1200" b="0" i="0" u="none" strike="noStrike" dirty="0">
              <a:solidFill>
                <a:srgbClr val="FFC000"/>
              </a:solidFill>
              <a:effectLst/>
              <a:latin typeface="+mn-lt"/>
            </a:endParaRPr>
          </a:p>
          <a:p>
            <a:pPr marL="742950" lvl="1" indent="-285750" algn="l">
              <a:buFont typeface="Arial" panose="020B0604020202020204" pitchFamily="34" charset="0"/>
              <a:buChar char="•"/>
            </a:pPr>
            <a:r>
              <a:rPr lang="en-US" sz="1200" b="0" i="0" u="none" strike="noStrike" dirty="0">
                <a:solidFill>
                  <a:srgbClr val="FFC000"/>
                </a:solidFill>
                <a:effectLst/>
                <a:latin typeface="+mn-lt"/>
              </a:rPr>
              <a:t>The critique could be that there is no detailed information on specific safeguards and protections applied during these data transfers, such as details on privacy shield and contractual clauses used.</a:t>
            </a:r>
          </a:p>
          <a:p>
            <a:pPr marL="171450" lvl="0" indent="-171450" algn="l" rtl="0">
              <a:spcBef>
                <a:spcPts val="0"/>
              </a:spcBef>
              <a:spcAft>
                <a:spcPts val="0"/>
              </a:spcAft>
              <a:buFont typeface="Arial" panose="020B0604020202020204" pitchFamily="34" charset="0"/>
              <a:buChar char="•"/>
            </a:pPr>
            <a:endParaRPr lang="en-US" sz="1200" dirty="0">
              <a:solidFill>
                <a:srgbClr val="FFC000"/>
              </a:solidFill>
              <a:latin typeface="+mn-lt"/>
            </a:endParaRPr>
          </a:p>
          <a:p>
            <a:pPr marL="171450" indent="-171450">
              <a:buFont typeface="Arial" panose="020B0604020202020204" pitchFamily="34" charset="0"/>
              <a:buChar char="•"/>
            </a:pPr>
            <a:endParaRPr lang="en-US" sz="1200" dirty="0">
              <a:solidFill>
                <a:srgbClr val="FFC000"/>
              </a:solidFill>
            </a:endParaRPr>
          </a:p>
        </p:txBody>
      </p:sp>
    </p:spTree>
    <p:extLst>
      <p:ext uri="{BB962C8B-B14F-4D97-AF65-F5344CB8AC3E}">
        <p14:creationId xmlns:p14="http://schemas.microsoft.com/office/powerpoint/2010/main" val="365018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100"/>
                                  </p:iterate>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0">
            <a:hlinkClick r:id="rId3" action="ppaction://hlinksldjump"/>
          </p:cNvPr>
          <p:cNvSpPr/>
          <p:nvPr/>
        </p:nvSpPr>
        <p:spPr>
          <a:xfrm>
            <a:off x="7725335" y="325200"/>
            <a:ext cx="1093315"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37" name="Google Shape;437;p40">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38" name="Google Shape;438;p40">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39" name="Google Shape;439;p40">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40" name="Google Shape;440;p40">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441" name="Google Shape;441;p40">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42" name="Google Shape;442;p40">
            <a:hlinkClick r:id="rId9" action="ppaction://hlinksldjump"/>
          </p:cNvPr>
          <p:cNvSpPr/>
          <p:nvPr/>
        </p:nvSpPr>
        <p:spPr>
          <a:xfrm>
            <a:off x="598695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4"/>
                </a:solidFill>
                <a:latin typeface="Be Vietnam Pro"/>
                <a:ea typeface="Be Vietnam Pro"/>
                <a:cs typeface="Be Vietnam Pro"/>
                <a:sym typeface="Be Vietnam Pro"/>
              </a:rPr>
              <a:t>Retention</a:t>
            </a:r>
            <a:endParaRPr sz="1200" b="1" dirty="0">
              <a:solidFill>
                <a:schemeClr val="accent4"/>
              </a:solidFill>
              <a:latin typeface="Be Vietnam Pro"/>
              <a:ea typeface="Be Vietnam Pro"/>
              <a:cs typeface="Be Vietnam Pro"/>
              <a:sym typeface="Be Vietnam Pro"/>
            </a:endParaRPr>
          </a:p>
        </p:txBody>
      </p:sp>
      <p:sp>
        <p:nvSpPr>
          <p:cNvPr id="443" name="Google Shape;443;p40">
            <a:hlinkClick r:id="rId10" action="ppaction://hlinksldjump"/>
          </p:cNvPr>
          <p:cNvSpPr/>
          <p:nvPr/>
        </p:nvSpPr>
        <p:spPr>
          <a:xfrm>
            <a:off x="69303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Nuances</a:t>
            </a:r>
            <a:endParaRPr sz="1200" dirty="0">
              <a:solidFill>
                <a:schemeClr val="lt1"/>
              </a:solidFill>
              <a:latin typeface="Be Vietnam Pro"/>
              <a:ea typeface="Be Vietnam Pro"/>
              <a:cs typeface="Be Vietnam Pro"/>
              <a:sym typeface="Be Vietnam Pro"/>
            </a:endParaRPr>
          </a:p>
        </p:txBody>
      </p:sp>
      <p:grpSp>
        <p:nvGrpSpPr>
          <p:cNvPr id="444" name="Google Shape;444;p40"/>
          <p:cNvGrpSpPr/>
          <p:nvPr/>
        </p:nvGrpSpPr>
        <p:grpSpPr>
          <a:xfrm>
            <a:off x="494850" y="447775"/>
            <a:ext cx="591732" cy="139500"/>
            <a:chOff x="494850" y="447775"/>
            <a:chExt cx="591732" cy="139500"/>
          </a:xfrm>
        </p:grpSpPr>
        <p:sp>
          <p:nvSpPr>
            <p:cNvPr id="445" name="Google Shape;445;p40"/>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0"/>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0"/>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8" name="Google Shape;448;p40"/>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195;p31">
            <a:extLst>
              <a:ext uri="{FF2B5EF4-FFF2-40B4-BE49-F238E27FC236}">
                <a16:creationId xmlns:a16="http://schemas.microsoft.com/office/drawing/2014/main" id="{D2192DA4-641F-1A67-64E4-532DBB1A038E}"/>
              </a:ext>
            </a:extLst>
          </p:cNvPr>
          <p:cNvSpPr txBox="1">
            <a:spLocks noGrp="1"/>
          </p:cNvSpPr>
          <p:nvPr>
            <p:ph type="ctrTitle"/>
          </p:nvPr>
        </p:nvSpPr>
        <p:spPr>
          <a:xfrm>
            <a:off x="713225" y="97255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5796FD"/>
                </a:solidFill>
              </a:rPr>
              <a:t>Data Retention and Deletion periods</a:t>
            </a:r>
            <a:endParaRPr dirty="0">
              <a:solidFill>
                <a:srgbClr val="5796FD"/>
              </a:solidFill>
            </a:endParaRPr>
          </a:p>
        </p:txBody>
      </p:sp>
      <p:sp>
        <p:nvSpPr>
          <p:cNvPr id="2" name="TextBox 1">
            <a:extLst>
              <a:ext uri="{FF2B5EF4-FFF2-40B4-BE49-F238E27FC236}">
                <a16:creationId xmlns:a16="http://schemas.microsoft.com/office/drawing/2014/main" id="{68C4DEFF-0F50-3B77-C01C-532777E58B72}"/>
              </a:ext>
            </a:extLst>
          </p:cNvPr>
          <p:cNvSpPr txBox="1"/>
          <p:nvPr/>
        </p:nvSpPr>
        <p:spPr>
          <a:xfrm>
            <a:off x="634350" y="1563850"/>
            <a:ext cx="7903160" cy="2246769"/>
          </a:xfrm>
          <a:prstGeom prst="rect">
            <a:avLst/>
          </a:prstGeom>
          <a:noFill/>
        </p:spPr>
        <p:txBody>
          <a:bodyPr wrap="square" rtlCol="0">
            <a:spAutoFit/>
          </a:bodyPr>
          <a:lstStyle/>
          <a:p>
            <a:pPr algn="l"/>
            <a:r>
              <a:rPr lang="en-US" b="1" i="0" u="none" strike="noStrike" dirty="0">
                <a:solidFill>
                  <a:srgbClr val="5796FD"/>
                </a:solidFill>
                <a:effectLst/>
                <a:latin typeface="+mj-lt"/>
              </a:rPr>
              <a:t>Immediate</a:t>
            </a:r>
            <a:r>
              <a:rPr lang="en-US" b="0" i="0" u="none" strike="noStrike" dirty="0">
                <a:solidFill>
                  <a:srgbClr val="5796FD"/>
                </a:solidFill>
                <a:effectLst/>
                <a:latin typeface="+mj-lt"/>
              </a:rPr>
              <a:t>: </a:t>
            </a:r>
            <a:br>
              <a:rPr lang="en-US" b="0" i="0" u="none" strike="noStrike" dirty="0">
                <a:solidFill>
                  <a:srgbClr val="5796FD"/>
                </a:solidFill>
                <a:effectLst/>
                <a:latin typeface="+mj-lt"/>
              </a:rPr>
            </a:br>
            <a:r>
              <a:rPr lang="en-US" b="0" i="0" u="none" strike="noStrike" dirty="0">
                <a:solidFill>
                  <a:srgbClr val="5796FD"/>
                </a:solidFill>
                <a:effectLst/>
                <a:latin typeface="+mj-lt"/>
              </a:rPr>
              <a:t>Data such as personal info, photos, documents, and activity information can be deleted by the user at any time.</a:t>
            </a:r>
            <a:br>
              <a:rPr lang="en-US" b="0" i="0" u="none" strike="noStrike" dirty="0">
                <a:solidFill>
                  <a:srgbClr val="5796FD"/>
                </a:solidFill>
                <a:effectLst/>
                <a:latin typeface="+mj-lt"/>
              </a:rPr>
            </a:br>
            <a:endParaRPr lang="en-US" b="0" i="0" u="none" strike="noStrike" dirty="0">
              <a:solidFill>
                <a:srgbClr val="5796FD"/>
              </a:solidFill>
              <a:effectLst/>
              <a:latin typeface="+mj-lt"/>
            </a:endParaRPr>
          </a:p>
          <a:p>
            <a:pPr algn="l"/>
            <a:r>
              <a:rPr lang="en-US" b="1" i="0" u="none" strike="noStrike" dirty="0">
                <a:solidFill>
                  <a:srgbClr val="5796FD"/>
                </a:solidFill>
                <a:effectLst/>
                <a:latin typeface="+mj-lt"/>
              </a:rPr>
              <a:t>Intermediate</a:t>
            </a:r>
            <a:r>
              <a:rPr lang="en-US" b="0" i="0" u="none" strike="noStrike" dirty="0">
                <a:solidFill>
                  <a:srgbClr val="5796FD"/>
                </a:solidFill>
                <a:effectLst/>
                <a:latin typeface="+mj-lt"/>
              </a:rPr>
              <a:t>: </a:t>
            </a:r>
            <a:br>
              <a:rPr lang="en-US" b="0" i="0" u="none" strike="noStrike" dirty="0">
                <a:solidFill>
                  <a:srgbClr val="5796FD"/>
                </a:solidFill>
                <a:effectLst/>
                <a:latin typeface="+mj-lt"/>
              </a:rPr>
            </a:br>
            <a:r>
              <a:rPr lang="en-US" b="0" i="0" u="none" strike="noStrike" dirty="0">
                <a:solidFill>
                  <a:srgbClr val="5796FD"/>
                </a:solidFill>
                <a:effectLst/>
                <a:latin typeface="+mj-lt"/>
              </a:rPr>
              <a:t>Certain data is anonymized automatically after a set period, like advertising data in server logs.</a:t>
            </a:r>
            <a:br>
              <a:rPr lang="en-US" b="0" i="0" u="none" strike="noStrike" dirty="0">
                <a:solidFill>
                  <a:srgbClr val="5796FD"/>
                </a:solidFill>
                <a:effectLst/>
                <a:latin typeface="+mj-lt"/>
              </a:rPr>
            </a:br>
            <a:endParaRPr lang="en-US" b="0" i="0" u="none" strike="noStrike" dirty="0">
              <a:solidFill>
                <a:srgbClr val="5796FD"/>
              </a:solidFill>
              <a:effectLst/>
              <a:latin typeface="+mj-lt"/>
            </a:endParaRPr>
          </a:p>
          <a:p>
            <a:pPr algn="l"/>
            <a:r>
              <a:rPr lang="en-US" b="1" i="0" u="none" strike="noStrike" dirty="0">
                <a:solidFill>
                  <a:srgbClr val="5796FD"/>
                </a:solidFill>
                <a:effectLst/>
                <a:latin typeface="+mj-lt"/>
              </a:rPr>
              <a:t>Long-Term</a:t>
            </a:r>
            <a:r>
              <a:rPr lang="en-US" b="0" i="0" u="none" strike="noStrike" dirty="0">
                <a:solidFill>
                  <a:srgbClr val="5796FD"/>
                </a:solidFill>
                <a:effectLst/>
                <a:latin typeface="+mj-lt"/>
              </a:rPr>
              <a:t>: </a:t>
            </a:r>
            <a:br>
              <a:rPr lang="en-US" b="0" i="0" u="none" strike="noStrike" dirty="0">
                <a:solidFill>
                  <a:srgbClr val="5796FD"/>
                </a:solidFill>
                <a:effectLst/>
                <a:latin typeface="+mj-lt"/>
              </a:rPr>
            </a:br>
            <a:r>
              <a:rPr lang="en-US" b="0" i="0" u="none" strike="noStrike" dirty="0">
                <a:solidFill>
                  <a:srgbClr val="5796FD"/>
                </a:solidFill>
                <a:effectLst/>
                <a:latin typeface="+mj-lt"/>
              </a:rPr>
              <a:t>Some data is kept until the user deletes their Google Account, such as usage frequency, while other data is retained longer for legal business purposes, like security and fraud prevention.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30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1">
            <a:hlinkClick r:id="rId3" action="ppaction://hlinksldjump"/>
          </p:cNvPr>
          <p:cNvSpPr/>
          <p:nvPr/>
        </p:nvSpPr>
        <p:spPr>
          <a:xfrm>
            <a:off x="7752229" y="325200"/>
            <a:ext cx="1066421"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61" name="Google Shape;461;p41">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62" name="Google Shape;462;p41">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63" name="Google Shape;463;p41">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64" name="Google Shape;464;p41">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465" name="Google Shape;465;p41">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66" name="Google Shape;466;p41">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67" name="Google Shape;467;p41">
            <a:hlinkClick r:id="rId10" action="ppaction://hlinksldjump"/>
          </p:cNvPr>
          <p:cNvSpPr/>
          <p:nvPr/>
        </p:nvSpPr>
        <p:spPr>
          <a:xfrm>
            <a:off x="6869590"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1"/>
                </a:solidFill>
                <a:latin typeface="Be Vietnam Pro"/>
                <a:ea typeface="Be Vietnam Pro"/>
                <a:cs typeface="Be Vietnam Pro"/>
                <a:sym typeface="Be Vietnam Pro"/>
              </a:rPr>
              <a:t>Nuances</a:t>
            </a:r>
            <a:endParaRPr sz="1200" b="1" dirty="0">
              <a:solidFill>
                <a:schemeClr val="accent1"/>
              </a:solidFill>
              <a:latin typeface="Be Vietnam Pro"/>
              <a:ea typeface="Be Vietnam Pro"/>
              <a:cs typeface="Be Vietnam Pro"/>
              <a:sym typeface="Be Vietnam Pro"/>
            </a:endParaRPr>
          </a:p>
        </p:txBody>
      </p:sp>
      <p:grpSp>
        <p:nvGrpSpPr>
          <p:cNvPr id="468" name="Google Shape;468;p41"/>
          <p:cNvGrpSpPr/>
          <p:nvPr/>
        </p:nvGrpSpPr>
        <p:grpSpPr>
          <a:xfrm>
            <a:off x="494850" y="447775"/>
            <a:ext cx="591732" cy="139500"/>
            <a:chOff x="494850" y="447775"/>
            <a:chExt cx="591732" cy="139500"/>
          </a:xfrm>
        </p:grpSpPr>
        <p:sp>
          <p:nvSpPr>
            <p:cNvPr id="469" name="Google Shape;469;p41"/>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1"/>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1"/>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2" name="Google Shape;472;p41"/>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195;p31">
            <a:extLst>
              <a:ext uri="{FF2B5EF4-FFF2-40B4-BE49-F238E27FC236}">
                <a16:creationId xmlns:a16="http://schemas.microsoft.com/office/drawing/2014/main" id="{9DF6F987-C838-DE95-B50F-170884615037}"/>
              </a:ext>
            </a:extLst>
          </p:cNvPr>
          <p:cNvSpPr txBox="1">
            <a:spLocks noGrp="1"/>
          </p:cNvSpPr>
          <p:nvPr>
            <p:ph type="ctrTitle"/>
          </p:nvPr>
        </p:nvSpPr>
        <p:spPr>
          <a:xfrm>
            <a:off x="701219" y="88360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solidFill>
                  <a:srgbClr val="FF0000"/>
                </a:solidFill>
              </a:rPr>
              <a:t>Nuances in Google’s Privacy Policy Language</a:t>
            </a:r>
            <a:endParaRPr sz="2400" dirty="0">
              <a:solidFill>
                <a:srgbClr val="FF0000"/>
              </a:solidFill>
            </a:endParaRPr>
          </a:p>
        </p:txBody>
      </p:sp>
      <p:sp>
        <p:nvSpPr>
          <p:cNvPr id="7" name="Google Shape;454;p40">
            <a:extLst>
              <a:ext uri="{FF2B5EF4-FFF2-40B4-BE49-F238E27FC236}">
                <a16:creationId xmlns:a16="http://schemas.microsoft.com/office/drawing/2014/main" id="{24A2BDEC-5671-F36B-A3D0-A79BDA8C1FD4}"/>
              </a:ext>
            </a:extLst>
          </p:cNvPr>
          <p:cNvSpPr txBox="1">
            <a:spLocks noGrp="1"/>
          </p:cNvSpPr>
          <p:nvPr>
            <p:ph type="body" idx="1"/>
          </p:nvPr>
        </p:nvSpPr>
        <p:spPr>
          <a:xfrm>
            <a:off x="720966" y="1397474"/>
            <a:ext cx="7729506" cy="3298251"/>
          </a:xfrm>
          <a:prstGeom prst="rect">
            <a:avLst/>
          </a:prstGeom>
          <a:noFill/>
          <a:ln>
            <a:noFill/>
          </a:ln>
        </p:spPr>
        <p:style>
          <a:lnRef idx="0">
            <a:scrgbClr r="0" g="0" b="0"/>
          </a:lnRef>
          <a:fillRef idx="0">
            <a:scrgbClr r="0" g="0" b="0"/>
          </a:fillRef>
          <a:effectRef idx="0">
            <a:scrgbClr r="0" g="0" b="0"/>
          </a:effectRef>
          <a:fontRef idx="minor">
            <a:schemeClr val="accent6"/>
          </a:fontRef>
        </p:style>
        <p:txBody>
          <a:bodyPr spcFirstLastPara="1" wrap="square" lIns="91425" tIns="91425" rIns="91425" bIns="91425" anchor="t" anchorCtr="0">
            <a:noAutofit/>
          </a:bodyPr>
          <a:lstStyle/>
          <a:p>
            <a:pPr marL="171450" indent="-171450">
              <a:spcBef>
                <a:spcPts val="1000"/>
              </a:spcBef>
            </a:pPr>
            <a:r>
              <a:rPr lang="en-US" sz="1000" b="1" dirty="0">
                <a:solidFill>
                  <a:srgbClr val="FF0000"/>
                </a:solidFill>
              </a:rPr>
              <a:t>Extensive use of "may" allows flexibility in operations.</a:t>
            </a:r>
          </a:p>
          <a:p>
            <a:pPr marL="628650" lvl="1" indent="-171450">
              <a:spcBef>
                <a:spcPts val="1000"/>
              </a:spcBef>
            </a:pPr>
            <a:r>
              <a:rPr lang="en-US" sz="1000" dirty="0">
                <a:solidFill>
                  <a:srgbClr val="FF0000"/>
                </a:solidFill>
              </a:rPr>
              <a:t>Example: "Google “may” use information to improve services.“</a:t>
            </a:r>
          </a:p>
          <a:p>
            <a:pPr marL="171450" indent="-171450">
              <a:spcBef>
                <a:spcPts val="1000"/>
              </a:spcBef>
            </a:pPr>
            <a:r>
              <a:rPr lang="en-US" sz="1000" b="1" dirty="0">
                <a:solidFill>
                  <a:srgbClr val="FF0000"/>
                </a:solidFill>
              </a:rPr>
              <a:t>Service usage implies consent without explicit agreement.</a:t>
            </a:r>
            <a:r>
              <a:rPr lang="en-US" sz="1000" dirty="0">
                <a:solidFill>
                  <a:srgbClr val="FF0000"/>
                </a:solidFill>
              </a:rPr>
              <a:t> </a:t>
            </a:r>
          </a:p>
          <a:p>
            <a:pPr marL="628650" lvl="1" indent="-171450">
              <a:spcBef>
                <a:spcPts val="1000"/>
              </a:spcBef>
            </a:pPr>
            <a:r>
              <a:rPr lang="en-US" sz="1000" dirty="0">
                <a:solidFill>
                  <a:srgbClr val="FF0000"/>
                </a:solidFill>
              </a:rPr>
              <a:t>Example: "By using our services, you agree to our use of data…“</a:t>
            </a:r>
          </a:p>
          <a:p>
            <a:pPr marL="171450" indent="-171450">
              <a:spcBef>
                <a:spcPts val="1000"/>
              </a:spcBef>
            </a:pPr>
            <a:r>
              <a:rPr lang="en-US" sz="1000" b="1" dirty="0">
                <a:solidFill>
                  <a:srgbClr val="FF0000"/>
                </a:solidFill>
              </a:rPr>
              <a:t>Specific on data collected, vague on usage purposes.</a:t>
            </a:r>
          </a:p>
          <a:p>
            <a:pPr marL="628650" lvl="1" indent="-171450">
              <a:spcBef>
                <a:spcPts val="1000"/>
              </a:spcBef>
            </a:pPr>
            <a:r>
              <a:rPr lang="en-US" sz="1000" dirty="0">
                <a:solidFill>
                  <a:srgbClr val="FF0000"/>
                </a:solidFill>
              </a:rPr>
              <a:t>Example: Lists precise data types but generalizes usage as "to improve user experience."</a:t>
            </a:r>
          </a:p>
          <a:p>
            <a:pPr marL="171450" indent="-171450">
              <a:spcBef>
                <a:spcPts val="1000"/>
              </a:spcBef>
            </a:pPr>
            <a:r>
              <a:rPr lang="en-US" sz="1000" b="1" dirty="0">
                <a:solidFill>
                  <a:srgbClr val="FF0000"/>
                </a:solidFill>
              </a:rPr>
              <a:t>Highlights user control tools but actual influence may be limited.</a:t>
            </a:r>
          </a:p>
          <a:p>
            <a:pPr marL="628650" lvl="1" indent="-171450">
              <a:spcBef>
                <a:spcPts val="1000"/>
              </a:spcBef>
            </a:pPr>
            <a:r>
              <a:rPr lang="en-US" sz="1000" dirty="0">
                <a:solidFill>
                  <a:srgbClr val="FF0000"/>
                </a:solidFill>
              </a:rPr>
              <a:t>Example: Promotes tools like Privacy Checkup without detailing full scope of control.</a:t>
            </a:r>
          </a:p>
          <a:p>
            <a:pPr marL="171450" indent="-171450">
              <a:spcBef>
                <a:spcPts val="1000"/>
              </a:spcBef>
            </a:pPr>
            <a:r>
              <a:rPr lang="en-US" sz="1000" b="1" dirty="0">
                <a:solidFill>
                  <a:srgbClr val="FF0000"/>
                </a:solidFill>
              </a:rPr>
              <a:t>Privacy framed as user responsibility with conditional phrases.</a:t>
            </a:r>
          </a:p>
          <a:p>
            <a:pPr marL="628650" lvl="1" indent="-171450">
              <a:spcBef>
                <a:spcPts val="1000"/>
              </a:spcBef>
            </a:pPr>
            <a:r>
              <a:rPr lang="en-US" sz="1000" dirty="0">
                <a:solidFill>
                  <a:srgbClr val="FF0000"/>
                </a:solidFill>
              </a:rPr>
              <a:t>Example: "unless you opt-out" or "if you have agreed."</a:t>
            </a:r>
            <a:endParaRPr sz="1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3701"/>
                            </p:stCondLst>
                            <p:childTnLst>
                              <p:par>
                                <p:cTn id="8" presetID="1" presetClass="entr" presetSubtype="0" fill="hold" grpId="0" nodeType="afterEffect">
                                  <p:stCondLst>
                                    <p:cond delay="0"/>
                                  </p:stCondLst>
                                  <p:iterate type="lt">
                                    <p:tmAbs val="100"/>
                                  </p:iterate>
                                  <p:childTnLst>
                                    <p:set>
                                      <p:cBhvr>
                                        <p:cTn id="9" dur="1" fill="hold">
                                          <p:stCondLst>
                                            <p:cond delay="0"/>
                                          </p:stCondLst>
                                        </p:cTn>
                                        <p:tgtEl>
                                          <p:spTgt spid="7">
                                            <p:txEl>
                                              <p:pRg st="0" end="0"/>
                                            </p:txEl>
                                          </p:spTgt>
                                        </p:tgtEl>
                                        <p:attrNameLst>
                                          <p:attrName>style.visibility</p:attrName>
                                        </p:attrNameLst>
                                      </p:cBhvr>
                                      <p:to>
                                        <p:strVal val="visible"/>
                                      </p:to>
                                    </p:set>
                                  </p:childTnLst>
                                </p:cTn>
                              </p:par>
                            </p:childTnLst>
                          </p:cTn>
                        </p:par>
                        <p:par>
                          <p:cTn id="10" fill="hold">
                            <p:stCondLst>
                              <p:cond delay="8502"/>
                            </p:stCondLst>
                            <p:childTnLst>
                              <p:par>
                                <p:cTn id="11" presetID="1" presetClass="entr" presetSubtype="0" fill="hold" grpId="0" nodeType="afterEffect">
                                  <p:stCondLst>
                                    <p:cond delay="0"/>
                                  </p:stCondLst>
                                  <p:iterate type="lt">
                                    <p:tmAbs val="100"/>
                                  </p:iterate>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par>
                          <p:cTn id="13" fill="hold">
                            <p:stCondLst>
                              <p:cond delay="13703"/>
                            </p:stCondLst>
                            <p:childTnLst>
                              <p:par>
                                <p:cTn id="14" presetID="1" presetClass="entr" presetSubtype="0" fill="hold" grpId="0" nodeType="afterEffect">
                                  <p:stCondLst>
                                    <p:cond delay="0"/>
                                  </p:stCondLst>
                                  <p:iterate type="lt">
                                    <p:tmAbs val="100"/>
                                  </p:iterate>
                                  <p:childTnLst>
                                    <p:set>
                                      <p:cBhvr>
                                        <p:cTn id="15" dur="1" fill="hold">
                                          <p:stCondLst>
                                            <p:cond delay="0"/>
                                          </p:stCondLst>
                                        </p:cTn>
                                        <p:tgtEl>
                                          <p:spTgt spid="7">
                                            <p:txEl>
                                              <p:pRg st="2" end="2"/>
                                            </p:txEl>
                                          </p:spTgt>
                                        </p:tgtEl>
                                        <p:attrNameLst>
                                          <p:attrName>style.visibility</p:attrName>
                                        </p:attrNameLst>
                                      </p:cBhvr>
                                      <p:to>
                                        <p:strVal val="visible"/>
                                      </p:to>
                                    </p:set>
                                  </p:childTnLst>
                                </p:cTn>
                              </p:par>
                            </p:childTnLst>
                          </p:cTn>
                        </p:par>
                        <p:par>
                          <p:cTn id="16" fill="hold">
                            <p:stCondLst>
                              <p:cond delay="18704"/>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par>
                          <p:cTn id="19" fill="hold">
                            <p:stCondLst>
                              <p:cond delay="23805"/>
                            </p:stCondLst>
                            <p:childTnLst>
                              <p:par>
                                <p:cTn id="20" presetID="1" presetClass="entr" presetSubtype="0" fill="hold" grpId="0" nodeType="afterEffect">
                                  <p:stCondLst>
                                    <p:cond delay="0"/>
                                  </p:stCondLst>
                                  <p:iterate type="lt">
                                    <p:tmAbs val="100"/>
                                  </p:iterate>
                                  <p:childTnLst>
                                    <p:set>
                                      <p:cBhvr>
                                        <p:cTn id="21" dur="1" fill="hold">
                                          <p:stCondLst>
                                            <p:cond delay="0"/>
                                          </p:stCondLst>
                                        </p:cTn>
                                        <p:tgtEl>
                                          <p:spTgt spid="7">
                                            <p:txEl>
                                              <p:pRg st="4" end="4"/>
                                            </p:txEl>
                                          </p:spTgt>
                                        </p:tgtEl>
                                        <p:attrNameLst>
                                          <p:attrName>style.visibility</p:attrName>
                                        </p:attrNameLst>
                                      </p:cBhvr>
                                      <p:to>
                                        <p:strVal val="visible"/>
                                      </p:to>
                                    </p:set>
                                  </p:childTnLst>
                                </p:cTn>
                              </p:par>
                            </p:childTnLst>
                          </p:cTn>
                        </p:par>
                        <p:par>
                          <p:cTn id="22" fill="hold">
                            <p:stCondLst>
                              <p:cond delay="28206"/>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par>
                          <p:cTn id="25" fill="hold">
                            <p:stCondLst>
                              <p:cond delay="35707"/>
                            </p:stCondLst>
                            <p:childTnLst>
                              <p:par>
                                <p:cTn id="26" presetID="1" presetClass="entr" presetSubtype="0" fill="hold" grpId="0" nodeType="afterEffect">
                                  <p:stCondLst>
                                    <p:cond delay="0"/>
                                  </p:stCondLst>
                                  <p:iterate type="lt">
                                    <p:tmAbs val="100"/>
                                  </p:iterate>
                                  <p:childTnLst>
                                    <p:set>
                                      <p:cBhvr>
                                        <p:cTn id="27" dur="1" fill="hold">
                                          <p:stCondLst>
                                            <p:cond delay="0"/>
                                          </p:stCondLst>
                                        </p:cTn>
                                        <p:tgtEl>
                                          <p:spTgt spid="7">
                                            <p:txEl>
                                              <p:pRg st="6" end="6"/>
                                            </p:txEl>
                                          </p:spTgt>
                                        </p:tgtEl>
                                        <p:attrNameLst>
                                          <p:attrName>style.visibility</p:attrName>
                                        </p:attrNameLst>
                                      </p:cBhvr>
                                      <p:to>
                                        <p:strVal val="visible"/>
                                      </p:to>
                                    </p:set>
                                  </p:childTnLst>
                                </p:cTn>
                              </p:par>
                            </p:childTnLst>
                          </p:cTn>
                        </p:par>
                        <p:par>
                          <p:cTn id="28" fill="hold">
                            <p:stCondLst>
                              <p:cond delay="41308"/>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par>
                          <p:cTn id="31" fill="hold">
                            <p:stCondLst>
                              <p:cond delay="48609"/>
                            </p:stCondLst>
                            <p:childTnLst>
                              <p:par>
                                <p:cTn id="32" presetID="1" presetClass="entr" presetSubtype="0" fill="hold" grpId="0" nodeType="afterEffect">
                                  <p:stCondLst>
                                    <p:cond delay="0"/>
                                  </p:stCondLst>
                                  <p:iterate type="lt">
                                    <p:tmAbs val="100"/>
                                  </p:iterate>
                                  <p:childTnLst>
                                    <p:set>
                                      <p:cBhvr>
                                        <p:cTn id="33" dur="1" fill="hold">
                                          <p:stCondLst>
                                            <p:cond delay="0"/>
                                          </p:stCondLst>
                                        </p:cTn>
                                        <p:tgtEl>
                                          <p:spTgt spid="7">
                                            <p:txEl>
                                              <p:pRg st="8" end="8"/>
                                            </p:txEl>
                                          </p:spTgt>
                                        </p:tgtEl>
                                        <p:attrNameLst>
                                          <p:attrName>style.visibility</p:attrName>
                                        </p:attrNameLst>
                                      </p:cBhvr>
                                      <p:to>
                                        <p:strVal val="visible"/>
                                      </p:to>
                                    </p:set>
                                  </p:childTnLst>
                                </p:cTn>
                              </p:par>
                            </p:childTnLst>
                          </p:cTn>
                        </p:par>
                        <p:par>
                          <p:cTn id="34" fill="hold">
                            <p:stCondLst>
                              <p:cond delay="54110"/>
                            </p:stCondLst>
                            <p:childTnLst>
                              <p:par>
                                <p:cTn id="35" presetID="1" presetClass="entr" presetSubtype="0" fill="hold" grpId="0" nodeType="afterEffect">
                                  <p:stCondLst>
                                    <p:cond delay="0"/>
                                  </p:stCondLst>
                                  <p:iterate type="lt">
                                    <p:tmAbs val="100"/>
                                  </p:iterate>
                                  <p:childTnLst>
                                    <p:set>
                                      <p:cBhvr>
                                        <p:cTn id="3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1">
            <a:hlinkClick r:id="rId3" action="ppaction://hlinksldjump"/>
          </p:cNvPr>
          <p:cNvSpPr/>
          <p:nvPr/>
        </p:nvSpPr>
        <p:spPr>
          <a:xfrm>
            <a:off x="7745506" y="325200"/>
            <a:ext cx="1073144" cy="384600"/>
          </a:xfrm>
          <a:prstGeom prst="round1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Conclusion</a:t>
            </a:r>
            <a:endParaRPr dirty="0">
              <a:solidFill>
                <a:schemeClr val="lt1"/>
              </a:solidFill>
            </a:endParaRPr>
          </a:p>
        </p:txBody>
      </p:sp>
      <p:sp>
        <p:nvSpPr>
          <p:cNvPr id="461" name="Google Shape;461;p41">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Intro</a:t>
            </a:r>
            <a:endParaRPr sz="1200" dirty="0">
              <a:solidFill>
                <a:schemeClr val="lt1"/>
              </a:solidFill>
              <a:latin typeface="Be Vietnam Pro"/>
              <a:ea typeface="Be Vietnam Pro"/>
              <a:cs typeface="Be Vietnam Pro"/>
              <a:sym typeface="Be Vietnam Pro"/>
            </a:endParaRPr>
          </a:p>
        </p:txBody>
      </p:sp>
      <p:sp>
        <p:nvSpPr>
          <p:cNvPr id="462" name="Google Shape;462;p41">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63" name="Google Shape;463;p41">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64" name="Google Shape;464;p41">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465" name="Google Shape;465;p41">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66" name="Google Shape;466;p41">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67" name="Google Shape;467;p41">
            <a:hlinkClick r:id="rId10" action="ppaction://hlinksldjump"/>
          </p:cNvPr>
          <p:cNvSpPr/>
          <p:nvPr/>
        </p:nvSpPr>
        <p:spPr>
          <a:xfrm>
            <a:off x="6866228" y="325200"/>
            <a:ext cx="943500" cy="384600"/>
          </a:xfrm>
          <a:prstGeom prst="roundRect">
            <a:avLst>
              <a:gd name="adj" fmla="val 5994"/>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200" b="1" dirty="0">
                <a:solidFill>
                  <a:schemeClr val="accent1"/>
                </a:solidFill>
                <a:latin typeface="Be Vietnam Pro"/>
                <a:ea typeface="Be Vietnam Pro"/>
                <a:cs typeface="Be Vietnam Pro"/>
                <a:sym typeface="Be Vietnam Pro"/>
              </a:rPr>
              <a:t>Security</a:t>
            </a:r>
            <a:endParaRPr sz="1200" b="1" dirty="0">
              <a:solidFill>
                <a:schemeClr val="accent1"/>
              </a:solidFill>
              <a:latin typeface="Be Vietnam Pro"/>
              <a:ea typeface="Be Vietnam Pro"/>
              <a:cs typeface="Be Vietnam Pro"/>
              <a:sym typeface="Be Vietnam Pro"/>
            </a:endParaRPr>
          </a:p>
        </p:txBody>
      </p:sp>
      <p:grpSp>
        <p:nvGrpSpPr>
          <p:cNvPr id="468" name="Google Shape;468;p41"/>
          <p:cNvGrpSpPr/>
          <p:nvPr/>
        </p:nvGrpSpPr>
        <p:grpSpPr>
          <a:xfrm>
            <a:off x="494850" y="447775"/>
            <a:ext cx="591732" cy="139500"/>
            <a:chOff x="494850" y="447775"/>
            <a:chExt cx="591732" cy="139500"/>
          </a:xfrm>
        </p:grpSpPr>
        <p:sp>
          <p:nvSpPr>
            <p:cNvPr id="469" name="Google Shape;469;p41"/>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1"/>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1"/>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2" name="Google Shape;472;p41"/>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6" name="Google Shape;195;p31">
            <a:extLst>
              <a:ext uri="{FF2B5EF4-FFF2-40B4-BE49-F238E27FC236}">
                <a16:creationId xmlns:a16="http://schemas.microsoft.com/office/drawing/2014/main" id="{9DF6F987-C838-DE95-B50F-170884615037}"/>
              </a:ext>
            </a:extLst>
          </p:cNvPr>
          <p:cNvSpPr txBox="1">
            <a:spLocks noGrp="1"/>
          </p:cNvSpPr>
          <p:nvPr>
            <p:ph type="ctrTitle"/>
          </p:nvPr>
        </p:nvSpPr>
        <p:spPr>
          <a:xfrm>
            <a:off x="701219" y="883600"/>
            <a:ext cx="7717500" cy="59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solidFill>
                  <a:srgbClr val="FF0000"/>
                </a:solidFill>
              </a:rPr>
              <a:t>Google’s Security Practices</a:t>
            </a:r>
            <a:endParaRPr sz="2400" dirty="0">
              <a:solidFill>
                <a:srgbClr val="FF0000"/>
              </a:solidFill>
            </a:endParaRPr>
          </a:p>
        </p:txBody>
      </p:sp>
      <p:sp>
        <p:nvSpPr>
          <p:cNvPr id="3" name="TextBox 2">
            <a:extLst>
              <a:ext uri="{FF2B5EF4-FFF2-40B4-BE49-F238E27FC236}">
                <a16:creationId xmlns:a16="http://schemas.microsoft.com/office/drawing/2014/main" id="{47B2E0A4-A5D9-DAC8-A42D-CD68AAD06DCA}"/>
              </a:ext>
            </a:extLst>
          </p:cNvPr>
          <p:cNvSpPr txBox="1"/>
          <p:nvPr/>
        </p:nvSpPr>
        <p:spPr>
          <a:xfrm>
            <a:off x="768811" y="1325036"/>
            <a:ext cx="7582315" cy="3493264"/>
          </a:xfrm>
          <a:prstGeom prst="rect">
            <a:avLst/>
          </a:prstGeom>
          <a:noFill/>
        </p:spPr>
        <p:txBody>
          <a:bodyPr wrap="square" rtlCol="0">
            <a:spAutoFit/>
          </a:bodyPr>
          <a:lstStyle/>
          <a:p>
            <a:pPr algn="l"/>
            <a:r>
              <a:rPr lang="en-US" sz="1300" b="1" i="0" dirty="0">
                <a:solidFill>
                  <a:srgbClr val="FF0000"/>
                </a:solidFill>
                <a:effectLst/>
                <a:highlight>
                  <a:srgbClr val="FFFFFF"/>
                </a:highlight>
                <a:latin typeface="Manrope Medium" panose="020B0604020202020204" charset="0"/>
              </a:rPr>
              <a:t>Privacy and Data Control:</a:t>
            </a:r>
            <a:endParaRPr lang="en-US" sz="1300" b="0" i="0" dirty="0">
              <a:solidFill>
                <a:srgbClr val="FF0000"/>
              </a:solidFill>
              <a:effectLst/>
              <a:highlight>
                <a:srgbClr val="FFFFFF"/>
              </a:highlight>
              <a:latin typeface="Manrope Medium" panose="020B0604020202020204" charset="0"/>
            </a:endParaRPr>
          </a:p>
          <a:p>
            <a:pPr algn="l"/>
            <a:r>
              <a:rPr lang="en-US" sz="1300" b="0" i="0" dirty="0">
                <a:solidFill>
                  <a:srgbClr val="FF0000"/>
                </a:solidFill>
                <a:effectLst/>
                <a:highlight>
                  <a:srgbClr val="FFFFFF"/>
                </a:highlight>
                <a:latin typeface="Manrope Medium" panose="020B0604020202020204" charset="0"/>
              </a:rPr>
              <a:t>Google emphasizes user privacy and data control through tools like Privacy Checkup and settings in services such as Photos and Drive. Users can manage what activity is saved, including YouTube history and search activities, enabling personalized experiences while maintaining data control.</a:t>
            </a:r>
            <a:br>
              <a:rPr lang="en-US" sz="1300" b="0" i="0" dirty="0">
                <a:solidFill>
                  <a:srgbClr val="FF0000"/>
                </a:solidFill>
                <a:effectLst/>
                <a:highlight>
                  <a:srgbClr val="FFFFFF"/>
                </a:highlight>
                <a:latin typeface="Manrope Medium" panose="020B0604020202020204" charset="0"/>
              </a:rPr>
            </a:br>
            <a:endParaRPr lang="en-US" sz="1300" b="0" i="0" dirty="0">
              <a:solidFill>
                <a:srgbClr val="FF0000"/>
              </a:solidFill>
              <a:effectLst/>
              <a:highlight>
                <a:srgbClr val="FFFFFF"/>
              </a:highlight>
              <a:latin typeface="Manrope Medium" panose="020B0604020202020204" charset="0"/>
            </a:endParaRPr>
          </a:p>
          <a:p>
            <a:pPr algn="l"/>
            <a:r>
              <a:rPr lang="en-US" sz="1300" b="1" i="0" dirty="0">
                <a:solidFill>
                  <a:srgbClr val="FF0000"/>
                </a:solidFill>
                <a:effectLst/>
                <a:highlight>
                  <a:srgbClr val="FFFFFF"/>
                </a:highlight>
                <a:latin typeface="Manrope Medium" panose="020B0604020202020204" charset="0"/>
              </a:rPr>
              <a:t>Encryption in Transit:</a:t>
            </a:r>
            <a:endParaRPr lang="en-US" sz="1300" b="0" i="0" dirty="0">
              <a:solidFill>
                <a:srgbClr val="FF0000"/>
              </a:solidFill>
              <a:effectLst/>
              <a:highlight>
                <a:srgbClr val="FFFFFF"/>
              </a:highlight>
              <a:latin typeface="Manrope Medium" panose="020B0604020202020204" charset="0"/>
            </a:endParaRPr>
          </a:p>
          <a:p>
            <a:pPr algn="l"/>
            <a:r>
              <a:rPr lang="en-US" sz="1300" b="0" i="0" dirty="0">
                <a:solidFill>
                  <a:srgbClr val="FF0000"/>
                </a:solidFill>
                <a:effectLst/>
                <a:highlight>
                  <a:srgbClr val="FFFFFF"/>
                </a:highlight>
                <a:latin typeface="Manrope Medium" panose="020B0604020202020204" charset="0"/>
              </a:rPr>
              <a:t>Google uses encryption to secure user data during transmission between devices and Google servers. This standard practice prevents unauthorized access and eavesdropping, enhancing data security and user trust.</a:t>
            </a:r>
            <a:br>
              <a:rPr lang="en-US" sz="1300" b="0" i="0" dirty="0">
                <a:solidFill>
                  <a:srgbClr val="FF0000"/>
                </a:solidFill>
                <a:effectLst/>
                <a:highlight>
                  <a:srgbClr val="FFFFFF"/>
                </a:highlight>
                <a:latin typeface="Manrope Medium" panose="020B0604020202020204" charset="0"/>
              </a:rPr>
            </a:br>
            <a:endParaRPr lang="en-US" sz="1300" b="0" i="0" dirty="0">
              <a:solidFill>
                <a:srgbClr val="FF0000"/>
              </a:solidFill>
              <a:effectLst/>
              <a:highlight>
                <a:srgbClr val="FFFFFF"/>
              </a:highlight>
              <a:latin typeface="Manrope Medium" panose="020B0604020202020204" charset="0"/>
            </a:endParaRPr>
          </a:p>
          <a:p>
            <a:pPr algn="l"/>
            <a:r>
              <a:rPr lang="en-US" sz="1300" b="1" i="0" dirty="0">
                <a:solidFill>
                  <a:srgbClr val="FF0000"/>
                </a:solidFill>
                <a:effectLst/>
                <a:highlight>
                  <a:srgbClr val="FFFFFF"/>
                </a:highlight>
                <a:latin typeface="Manrope Medium" panose="020B0604020202020204" charset="0"/>
              </a:rPr>
              <a:t>Network and Application Security:</a:t>
            </a:r>
            <a:endParaRPr lang="en-US" sz="1300" b="0" i="0" dirty="0">
              <a:solidFill>
                <a:srgbClr val="FF0000"/>
              </a:solidFill>
              <a:effectLst/>
              <a:highlight>
                <a:srgbClr val="FFFFFF"/>
              </a:highlight>
              <a:latin typeface="Manrope Medium" panose="020B0604020202020204" charset="0"/>
            </a:endParaRPr>
          </a:p>
          <a:p>
            <a:pPr algn="l"/>
            <a:r>
              <a:rPr lang="en-US" sz="1300" b="0" i="0" dirty="0">
                <a:solidFill>
                  <a:srgbClr val="FF0000"/>
                </a:solidFill>
                <a:effectLst/>
                <a:highlight>
                  <a:srgbClr val="FFFFFF"/>
                </a:highlight>
                <a:latin typeface="Manrope Medium" panose="020B0604020202020204" charset="0"/>
              </a:rPr>
              <a:t>Google implements a comprehensive security strategy, including automated threat detection systems and regular reviews of data practices. Strict access controls ensure that only authorized personnel can access personal information for processing, maintaining the confidentiality and integrity of user data.</a:t>
            </a:r>
          </a:p>
          <a:p>
            <a:endParaRPr lang="en-US" sz="1300" dirty="0">
              <a:solidFill>
                <a:srgbClr val="FF0000"/>
              </a:solidFill>
              <a:latin typeface="Manrope Medium" panose="020B0604020202020204" charset="0"/>
            </a:endParaRPr>
          </a:p>
        </p:txBody>
      </p:sp>
    </p:spTree>
    <p:extLst>
      <p:ext uri="{BB962C8B-B14F-4D97-AF65-F5344CB8AC3E}">
        <p14:creationId xmlns:p14="http://schemas.microsoft.com/office/powerpoint/2010/main" val="398437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2401"/>
                            </p:stCondLst>
                            <p:childTnLst>
                              <p:par>
                                <p:cTn id="8" presetID="1" presetClass="entr" presetSubtype="0" fill="hold" grpId="0" nodeType="afterEffect">
                                  <p:stCondLst>
                                    <p:cond delay="0"/>
                                  </p:stCondLst>
                                  <p:iterate type="wd">
                                    <p:tmAbs val="100"/>
                                  </p:iterate>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2">
            <a:hlinkClick r:id="rId3" action="ppaction://hlinksldjump"/>
          </p:cNvPr>
          <p:cNvSpPr/>
          <p:nvPr/>
        </p:nvSpPr>
        <p:spPr>
          <a:xfrm>
            <a:off x="7696200" y="325200"/>
            <a:ext cx="1122450" cy="3846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solidFill>
                  <a:schemeClr val="accent2"/>
                </a:solidFill>
                <a:latin typeface="Be Vietnam Pro"/>
                <a:sym typeface="Be Vietnam Pro"/>
              </a:rPr>
              <a:t>Conclusion</a:t>
            </a:r>
            <a:endParaRPr b="1" dirty="0">
              <a:solidFill>
                <a:schemeClr val="accent2"/>
              </a:solidFill>
            </a:endParaRPr>
          </a:p>
        </p:txBody>
      </p:sp>
      <p:sp>
        <p:nvSpPr>
          <p:cNvPr id="492" name="Google Shape;492;p42">
            <a:hlinkClick r:id="rId4" action="ppaction://hlinksldjump"/>
          </p:cNvPr>
          <p:cNvSpPr/>
          <p:nvPr/>
        </p:nvSpPr>
        <p:spPr>
          <a:xfrm>
            <a:off x="12702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lt1"/>
                </a:solidFill>
                <a:latin typeface="Be Vietnam Pro"/>
                <a:ea typeface="Be Vietnam Pro"/>
                <a:cs typeface="Be Vietnam Pro"/>
                <a:sym typeface="Be Vietnam Pro"/>
              </a:rPr>
              <a:t>Intro</a:t>
            </a:r>
            <a:endParaRPr sz="1200">
              <a:solidFill>
                <a:schemeClr val="lt1"/>
              </a:solidFill>
              <a:latin typeface="Be Vietnam Pro"/>
              <a:ea typeface="Be Vietnam Pro"/>
              <a:cs typeface="Be Vietnam Pro"/>
              <a:sym typeface="Be Vietnam Pro"/>
            </a:endParaRPr>
          </a:p>
        </p:txBody>
      </p:sp>
      <p:sp>
        <p:nvSpPr>
          <p:cNvPr id="493" name="Google Shape;493;p42">
            <a:hlinkClick r:id="rId5" action="ppaction://hlinksldjump"/>
          </p:cNvPr>
          <p:cNvSpPr/>
          <p:nvPr/>
        </p:nvSpPr>
        <p:spPr>
          <a:xfrm>
            <a:off x="2213575"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Data</a:t>
            </a:r>
            <a:endParaRPr sz="1200" dirty="0">
              <a:solidFill>
                <a:schemeClr val="lt1"/>
              </a:solidFill>
              <a:latin typeface="Be Vietnam Pro"/>
              <a:ea typeface="Be Vietnam Pro"/>
              <a:cs typeface="Be Vietnam Pro"/>
              <a:sym typeface="Be Vietnam Pro"/>
            </a:endParaRPr>
          </a:p>
        </p:txBody>
      </p:sp>
      <p:sp>
        <p:nvSpPr>
          <p:cNvPr id="494" name="Google Shape;494;p42">
            <a:hlinkClick r:id="rId6" action="ppaction://hlinksldjump"/>
          </p:cNvPr>
          <p:cNvSpPr/>
          <p:nvPr/>
        </p:nvSpPr>
        <p:spPr>
          <a:xfrm>
            <a:off x="31569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Cookies</a:t>
            </a:r>
            <a:endParaRPr sz="1200" dirty="0">
              <a:solidFill>
                <a:schemeClr val="lt1"/>
              </a:solidFill>
              <a:latin typeface="Be Vietnam Pro"/>
              <a:ea typeface="Be Vietnam Pro"/>
              <a:cs typeface="Be Vietnam Pro"/>
              <a:sym typeface="Be Vietnam Pro"/>
            </a:endParaRPr>
          </a:p>
        </p:txBody>
      </p:sp>
      <p:sp>
        <p:nvSpPr>
          <p:cNvPr id="495" name="Google Shape;495;p42">
            <a:hlinkClick r:id="rId7" action="ppaction://hlinksldjump"/>
          </p:cNvPr>
          <p:cNvSpPr/>
          <p:nvPr/>
        </p:nvSpPr>
        <p:spPr>
          <a:xfrm>
            <a:off x="41002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Changes</a:t>
            </a:r>
            <a:endParaRPr sz="1200" dirty="0">
              <a:solidFill>
                <a:schemeClr val="lt1"/>
              </a:solidFill>
              <a:latin typeface="Be Vietnam Pro"/>
              <a:ea typeface="Be Vietnam Pro"/>
              <a:cs typeface="Be Vietnam Pro"/>
              <a:sym typeface="Be Vietnam Pro"/>
            </a:endParaRPr>
          </a:p>
        </p:txBody>
      </p:sp>
      <p:sp>
        <p:nvSpPr>
          <p:cNvPr id="496" name="Google Shape;496;p42">
            <a:hlinkClick r:id="rId8" action="ppaction://hlinksldjump"/>
          </p:cNvPr>
          <p:cNvSpPr/>
          <p:nvPr/>
        </p:nvSpPr>
        <p:spPr>
          <a:xfrm>
            <a:off x="50436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Gaps</a:t>
            </a:r>
            <a:endParaRPr sz="1200" dirty="0">
              <a:solidFill>
                <a:schemeClr val="lt1"/>
              </a:solidFill>
              <a:latin typeface="Be Vietnam Pro"/>
              <a:ea typeface="Be Vietnam Pro"/>
              <a:cs typeface="Be Vietnam Pro"/>
              <a:sym typeface="Be Vietnam Pro"/>
            </a:endParaRPr>
          </a:p>
        </p:txBody>
      </p:sp>
      <p:sp>
        <p:nvSpPr>
          <p:cNvPr id="497" name="Google Shape;497;p42">
            <a:hlinkClick r:id="rId9" action="ppaction://hlinksldjump"/>
          </p:cNvPr>
          <p:cNvSpPr/>
          <p:nvPr/>
        </p:nvSpPr>
        <p:spPr>
          <a:xfrm>
            <a:off x="598695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Retention</a:t>
            </a:r>
            <a:endParaRPr sz="1200" dirty="0">
              <a:solidFill>
                <a:schemeClr val="lt1"/>
              </a:solidFill>
              <a:latin typeface="Be Vietnam Pro"/>
              <a:ea typeface="Be Vietnam Pro"/>
              <a:cs typeface="Be Vietnam Pro"/>
              <a:sym typeface="Be Vietnam Pro"/>
            </a:endParaRPr>
          </a:p>
        </p:txBody>
      </p:sp>
      <p:sp>
        <p:nvSpPr>
          <p:cNvPr id="498" name="Google Shape;498;p42">
            <a:hlinkClick r:id="rId10" action="ppaction://hlinksldjump"/>
          </p:cNvPr>
          <p:cNvSpPr/>
          <p:nvPr/>
        </p:nvSpPr>
        <p:spPr>
          <a:xfrm>
            <a:off x="6828700" y="325200"/>
            <a:ext cx="943500" cy="384600"/>
          </a:xfrm>
          <a:prstGeom prst="roundRect">
            <a:avLst>
              <a:gd name="adj" fmla="val 5994"/>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dirty="0">
                <a:solidFill>
                  <a:schemeClr val="lt1"/>
                </a:solidFill>
                <a:latin typeface="Be Vietnam Pro"/>
                <a:ea typeface="Be Vietnam Pro"/>
                <a:cs typeface="Be Vietnam Pro"/>
                <a:sym typeface="Be Vietnam Pro"/>
              </a:rPr>
              <a:t>Security</a:t>
            </a:r>
            <a:endParaRPr sz="1200" dirty="0">
              <a:solidFill>
                <a:schemeClr val="lt1"/>
              </a:solidFill>
              <a:latin typeface="Be Vietnam Pro"/>
              <a:ea typeface="Be Vietnam Pro"/>
              <a:cs typeface="Be Vietnam Pro"/>
              <a:sym typeface="Be Vietnam Pro"/>
            </a:endParaRPr>
          </a:p>
        </p:txBody>
      </p:sp>
      <p:grpSp>
        <p:nvGrpSpPr>
          <p:cNvPr id="499" name="Google Shape;499;p42"/>
          <p:cNvGrpSpPr/>
          <p:nvPr/>
        </p:nvGrpSpPr>
        <p:grpSpPr>
          <a:xfrm>
            <a:off x="494850" y="447775"/>
            <a:ext cx="591732" cy="139500"/>
            <a:chOff x="494850" y="447775"/>
            <a:chExt cx="591732" cy="139500"/>
          </a:xfrm>
        </p:grpSpPr>
        <p:sp>
          <p:nvSpPr>
            <p:cNvPr id="500" name="Google Shape;500;p42"/>
            <p:cNvSpPr/>
            <p:nvPr/>
          </p:nvSpPr>
          <p:spPr>
            <a:xfrm>
              <a:off x="947082" y="447775"/>
              <a:ext cx="139500" cy="139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2"/>
            <p:cNvSpPr/>
            <p:nvPr/>
          </p:nvSpPr>
          <p:spPr>
            <a:xfrm>
              <a:off x="720966" y="447775"/>
              <a:ext cx="139500" cy="139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2"/>
            <p:cNvSpPr/>
            <p:nvPr/>
          </p:nvSpPr>
          <p:spPr>
            <a:xfrm>
              <a:off x="494850" y="447775"/>
              <a:ext cx="139500" cy="13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03" name="Google Shape;503;p42"/>
          <p:cNvCxnSpPr/>
          <p:nvPr/>
        </p:nvCxnSpPr>
        <p:spPr>
          <a:xfrm>
            <a:off x="325200" y="709650"/>
            <a:ext cx="8493600" cy="0"/>
          </a:xfrm>
          <a:prstGeom prst="straightConnector1">
            <a:avLst/>
          </a:prstGeom>
          <a:noFill/>
          <a:ln w="28575" cap="flat" cmpd="sng">
            <a:solidFill>
              <a:schemeClr val="lt2"/>
            </a:solidFill>
            <a:prstDash val="solid"/>
            <a:round/>
            <a:headEnd type="none" w="med" len="med"/>
            <a:tailEnd type="none" w="med" len="med"/>
          </a:ln>
        </p:spPr>
      </p:cxnSp>
      <p:sp>
        <p:nvSpPr>
          <p:cNvPr id="514" name="Google Shape;514;p42"/>
          <p:cNvSpPr txBox="1">
            <a:spLocks noGrp="1"/>
          </p:cNvSpPr>
          <p:nvPr>
            <p:ph type="ctrTitle"/>
          </p:nvPr>
        </p:nvSpPr>
        <p:spPr>
          <a:xfrm>
            <a:off x="696337" y="2571750"/>
            <a:ext cx="7751325" cy="46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rgbClr val="FFC000"/>
                </a:solidFill>
              </a:rPr>
              <a:t>THANK YOU!</a:t>
            </a:r>
            <a:endParaRPr sz="7200"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200"/>
                                  </p:iterate>
                                  <p:childTnLst>
                                    <p:set>
                                      <p:cBhvr>
                                        <p:cTn id="6"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 grpId="0"/>
    </p:bldLst>
  </p:timing>
</p:sld>
</file>

<file path=ppt/theme/theme1.xml><?xml version="1.0" encoding="utf-8"?>
<a:theme xmlns:a="http://schemas.openxmlformats.org/drawingml/2006/main" name="Hyperdocs by Slidesgo">
  <a:themeElements>
    <a:clrScheme name="Simple Light">
      <a:dk1>
        <a:srgbClr val="313131"/>
      </a:dk1>
      <a:lt1>
        <a:srgbClr val="888888"/>
      </a:lt1>
      <a:dk2>
        <a:srgbClr val="EEEEEE"/>
      </a:dk2>
      <a:lt2>
        <a:srgbClr val="5F5FF5"/>
      </a:lt2>
      <a:accent1>
        <a:srgbClr val="EA4335"/>
      </a:accent1>
      <a:accent2>
        <a:srgbClr val="FBBC05"/>
      </a:accent2>
      <a:accent3>
        <a:srgbClr val="34A853"/>
      </a:accent3>
      <a:accent4>
        <a:srgbClr val="5796FD"/>
      </a:accent4>
      <a:accent5>
        <a:srgbClr val="FCFCFC"/>
      </a:accent5>
      <a:accent6>
        <a:srgbClr val="FFFFFF"/>
      </a:accent6>
      <a:hlink>
        <a:srgbClr val="3131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595</TotalTime>
  <Words>6964</Words>
  <Application>Microsoft Office PowerPoint</Application>
  <PresentationFormat>On-screen Show (16:9)</PresentationFormat>
  <Paragraphs>481</Paragraphs>
  <Slides>22</Slides>
  <Notes>22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Söhne</vt:lpstr>
      <vt:lpstr>Arial</vt:lpstr>
      <vt:lpstr>McLaren</vt:lpstr>
      <vt:lpstr>Manrope Medium</vt:lpstr>
      <vt:lpstr>Nunito Light</vt:lpstr>
      <vt:lpstr>Be Vietnam Pro</vt:lpstr>
      <vt:lpstr>Arial Black</vt:lpstr>
      <vt:lpstr>Hyperdocs by Slidesgo</vt:lpstr>
      <vt:lpstr>PowerPoint Presentation</vt:lpstr>
      <vt:lpstr>Introduction</vt:lpstr>
      <vt:lpstr>WHAT Information does Google collect?</vt:lpstr>
      <vt:lpstr>WHY does Google Collect Information?</vt:lpstr>
      <vt:lpstr>WHY does Google Collect Information?</vt:lpstr>
      <vt:lpstr>Data Sharing Practices</vt:lpstr>
      <vt:lpstr>Data Sharing Practices</vt:lpstr>
      <vt:lpstr>Key Information on User Empowerment</vt:lpstr>
      <vt:lpstr>Key Information on Transparency </vt:lpstr>
      <vt:lpstr>PowerPoint Presentation</vt:lpstr>
      <vt:lpstr>Adhering to Legal Compliance and Data Disclosure</vt:lpstr>
      <vt:lpstr>Adhering to Legal Compliance and Data Disclosure</vt:lpstr>
      <vt:lpstr>Role of Cookies </vt:lpstr>
      <vt:lpstr> Google’s Evolving Privacy Policy</vt:lpstr>
      <vt:lpstr> Google’s Evolving Privacy Policy</vt:lpstr>
      <vt:lpstr>Compliance with Global Regulations</vt:lpstr>
      <vt:lpstr>Clarity Gaps in Google’s Privacy Policy</vt:lpstr>
      <vt:lpstr>Clarity Gaps in Google’s Privacy Policy</vt:lpstr>
      <vt:lpstr>Data Retention and Deletion periods</vt:lpstr>
      <vt:lpstr>Nuances in Google’s Privacy Policy Language</vt:lpstr>
      <vt:lpstr>Google’s Security Practices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#Hyperdocs</dc:title>
  <dc:creator>Sri Nikita Desetty</dc:creator>
  <cp:lastModifiedBy>Sri Nikita Desetty</cp:lastModifiedBy>
  <cp:revision>11</cp:revision>
  <dcterms:modified xsi:type="dcterms:W3CDTF">2024-04-26T01:07:19Z</dcterms:modified>
</cp:coreProperties>
</file>